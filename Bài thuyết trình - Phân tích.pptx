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HK Grotesk" panose="020B0604020202020204" charset="0"/>
      <p:regular r:id="rId15"/>
    </p:embeddedFont>
    <p:embeddedFont>
      <p:font typeface="HK Grotesk Bold" panose="020B0604020202020204" charset="0"/>
      <p:regular r:id="rId16"/>
    </p:embeddedFont>
    <p:embeddedFont>
      <p:font typeface="HK Grotesk Semi-Bold" panose="020B0604020202020204" charset="0"/>
      <p:regular r:id="rId17"/>
    </p:embeddedFont>
    <p:embeddedFont>
      <p:font typeface="Noto Serif Display ExtraCondensed Light" panose="020B06040202020202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0" d="100"/>
          <a:sy n="70" d="100"/>
        </p:scale>
        <p:origin x="7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77F2"/>
        </a:solidFill>
        <a:effectLst/>
      </p:bgPr>
    </p:bg>
    <p:spTree>
      <p:nvGrpSpPr>
        <p:cNvPr id="1" name=""/>
        <p:cNvGrpSpPr/>
        <p:nvPr/>
      </p:nvGrpSpPr>
      <p:grpSpPr>
        <a:xfrm>
          <a:off x="0" y="0"/>
          <a:ext cx="0" cy="0"/>
          <a:chOff x="0" y="0"/>
          <a:chExt cx="0" cy="0"/>
        </a:xfrm>
      </p:grpSpPr>
      <p:grpSp>
        <p:nvGrpSpPr>
          <p:cNvPr id="2" name="Group 2"/>
          <p:cNvGrpSpPr/>
          <p:nvPr/>
        </p:nvGrpSpPr>
        <p:grpSpPr>
          <a:xfrm>
            <a:off x="9296400" y="0"/>
            <a:ext cx="8991600" cy="10287000"/>
            <a:chOff x="0" y="0"/>
            <a:chExt cx="1393034" cy="1593725"/>
          </a:xfrm>
        </p:grpSpPr>
        <p:sp>
          <p:nvSpPr>
            <p:cNvPr id="3" name="Freeform 3"/>
            <p:cNvSpPr/>
            <p:nvPr/>
          </p:nvSpPr>
          <p:spPr>
            <a:xfrm>
              <a:off x="0" y="0"/>
              <a:ext cx="1393034" cy="1593725"/>
            </a:xfrm>
            <a:custGeom>
              <a:avLst/>
              <a:gdLst/>
              <a:ahLst/>
              <a:cxnLst/>
              <a:rect l="l" t="t" r="r" b="b"/>
              <a:pathLst>
                <a:path w="1393034" h="1593725">
                  <a:moveTo>
                    <a:pt x="0" y="0"/>
                  </a:moveTo>
                  <a:lnTo>
                    <a:pt x="1393034" y="0"/>
                  </a:lnTo>
                  <a:lnTo>
                    <a:pt x="1393034" y="1593725"/>
                  </a:lnTo>
                  <a:lnTo>
                    <a:pt x="0" y="1593725"/>
                  </a:lnTo>
                  <a:close/>
                </a:path>
              </a:pathLst>
            </a:custGeom>
            <a:blipFill>
              <a:blip r:embed="rId2"/>
              <a:stretch>
                <a:fillRect t="-1040" b="-1040"/>
              </a:stretch>
            </a:blipFill>
          </p:spPr>
          <p:txBody>
            <a:bodyPr/>
            <a:lstStyle/>
            <a:p>
              <a:endParaRPr lang="vi-VN"/>
            </a:p>
          </p:txBody>
        </p:sp>
      </p:grpSp>
      <p:sp>
        <p:nvSpPr>
          <p:cNvPr id="4" name="TextBox 4"/>
          <p:cNvSpPr txBox="1"/>
          <p:nvPr/>
        </p:nvSpPr>
        <p:spPr>
          <a:xfrm>
            <a:off x="224051" y="1026679"/>
            <a:ext cx="9067800" cy="1033809"/>
          </a:xfrm>
          <a:prstGeom prst="rect">
            <a:avLst/>
          </a:prstGeom>
        </p:spPr>
        <p:txBody>
          <a:bodyPr wrap="square" lIns="0" tIns="0" rIns="0" bIns="0" rtlCol="0" anchor="t">
            <a:spAutoFit/>
          </a:bodyPr>
          <a:lstStyle/>
          <a:p>
            <a:pPr marL="0" lvl="0" indent="0" algn="l">
              <a:lnSpc>
                <a:spcPts val="3899"/>
              </a:lnSpc>
            </a:pPr>
            <a:r>
              <a:rPr lang="en-US" sz="4800" b="1" dirty="0">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Semi-Bold"/>
              </a:rPr>
              <a:t>Báo </a:t>
            </a:r>
            <a:r>
              <a:rPr lang="en-US" sz="4800" b="1" dirty="0" err="1">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Semi-Bold"/>
              </a:rPr>
              <a:t>cáo</a:t>
            </a:r>
            <a:r>
              <a:rPr lang="en-US" sz="4800" b="1" dirty="0">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Semi-Bold"/>
              </a:rPr>
              <a:t> </a:t>
            </a:r>
            <a:r>
              <a:rPr lang="en-US" sz="4800" b="1" dirty="0" err="1">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Semi-Bold"/>
              </a:rPr>
              <a:t>đồ</a:t>
            </a:r>
            <a:r>
              <a:rPr lang="en-US" sz="4800" b="1" dirty="0">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Semi-Bold"/>
              </a:rPr>
              <a:t> </a:t>
            </a:r>
            <a:r>
              <a:rPr lang="en-US" sz="4800" b="1" dirty="0" err="1">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Semi-Bold"/>
              </a:rPr>
              <a:t>án</a:t>
            </a:r>
            <a:r>
              <a:rPr lang="en-US" sz="4800" b="1" dirty="0">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Semi-Bold"/>
              </a:rPr>
              <a:t> </a:t>
            </a:r>
            <a:r>
              <a:rPr lang="en-US" sz="4800" b="1" dirty="0" err="1">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Semi-Bold"/>
              </a:rPr>
              <a:t>cuối</a:t>
            </a:r>
            <a:r>
              <a:rPr lang="en-US" sz="4800" b="1" dirty="0">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Semi-Bold"/>
              </a:rPr>
              <a:t> </a:t>
            </a:r>
            <a:r>
              <a:rPr lang="en-US" sz="4800" b="1" dirty="0" err="1">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Semi-Bold"/>
              </a:rPr>
              <a:t>kỳ</a:t>
            </a:r>
            <a:endParaRPr lang="en-US" sz="4800" b="1" dirty="0">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Semi-Bold"/>
            </a:endParaRPr>
          </a:p>
          <a:p>
            <a:pPr marL="0" lvl="0" indent="0" algn="l">
              <a:lnSpc>
                <a:spcPts val="3899"/>
              </a:lnSpc>
            </a:pPr>
            <a:r>
              <a:rPr lang="en-US" sz="4800" b="1" u="none" dirty="0">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Semi-Bold"/>
              </a:rPr>
              <a:t>Môn </a:t>
            </a:r>
            <a:r>
              <a:rPr lang="en-US" sz="4800" b="1" u="none" dirty="0" err="1">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Semi-Bold"/>
              </a:rPr>
              <a:t>học</a:t>
            </a:r>
            <a:r>
              <a:rPr lang="en-US" sz="4800" b="1" u="none" dirty="0">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Semi-Bold"/>
              </a:rPr>
              <a:t>: </a:t>
            </a:r>
            <a:r>
              <a:rPr lang="en-US" sz="4800" b="1" u="none" dirty="0" err="1">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Semi-Bold"/>
              </a:rPr>
              <a:t>Nhập</a:t>
            </a:r>
            <a:r>
              <a:rPr lang="en-US" sz="4800" b="1" u="none" dirty="0">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Semi-Bold"/>
              </a:rPr>
              <a:t> Môn Khoa Học </a:t>
            </a:r>
            <a:r>
              <a:rPr lang="en-US" sz="4800" b="1" u="none" dirty="0" err="1">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Semi-Bold"/>
              </a:rPr>
              <a:t>dữ</a:t>
            </a:r>
            <a:r>
              <a:rPr lang="en-US" sz="4800" b="1" u="none" dirty="0">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Semi-Bold"/>
              </a:rPr>
              <a:t> Liệu</a:t>
            </a:r>
          </a:p>
        </p:txBody>
      </p:sp>
      <p:grpSp>
        <p:nvGrpSpPr>
          <p:cNvPr id="5" name="Group 5"/>
          <p:cNvGrpSpPr/>
          <p:nvPr/>
        </p:nvGrpSpPr>
        <p:grpSpPr>
          <a:xfrm>
            <a:off x="457200" y="4478510"/>
            <a:ext cx="9349285" cy="2486914"/>
            <a:chOff x="-279400" y="-1820769"/>
            <a:chExt cx="12465714" cy="3315887"/>
          </a:xfrm>
        </p:grpSpPr>
        <p:sp>
          <p:nvSpPr>
            <p:cNvPr id="6" name="TextBox 6"/>
            <p:cNvSpPr txBox="1"/>
            <p:nvPr/>
          </p:nvSpPr>
          <p:spPr>
            <a:xfrm>
              <a:off x="736600" y="821172"/>
              <a:ext cx="11449714" cy="673946"/>
            </a:xfrm>
            <a:prstGeom prst="rect">
              <a:avLst/>
            </a:prstGeom>
          </p:spPr>
          <p:txBody>
            <a:bodyPr wrap="square" lIns="0" tIns="0" rIns="0" bIns="0" rtlCol="0" anchor="t">
              <a:spAutoFit/>
            </a:bodyPr>
            <a:lstStyle/>
            <a:p>
              <a:pPr marL="0" lvl="0" indent="0" algn="l">
                <a:lnSpc>
                  <a:spcPts val="3359"/>
                </a:lnSpc>
                <a:spcBef>
                  <a:spcPct val="0"/>
                </a:spcBef>
              </a:pPr>
              <a:r>
                <a:rPr lang="en-US" sz="5400" dirty="0" err="1">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a:rPr>
                <a:t>hành</a:t>
              </a:r>
              <a:r>
                <a:rPr lang="en-US" sz="5400" dirty="0">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a:rPr>
                <a:t> vi </a:t>
              </a:r>
              <a:r>
                <a:rPr lang="en-US" sz="5400" dirty="0" err="1">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a:rPr>
                <a:t>người</a:t>
              </a:r>
              <a:r>
                <a:rPr lang="en-US" sz="5400" dirty="0">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a:rPr>
                <a:t> </a:t>
              </a:r>
              <a:r>
                <a:rPr lang="en-US" sz="5400" dirty="0" err="1">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a:rPr>
                <a:t>dùng</a:t>
              </a:r>
              <a:r>
                <a:rPr lang="en-US" sz="5400" dirty="0">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a:rPr>
                <a:t> </a:t>
              </a:r>
              <a:r>
                <a:rPr lang="en-US" sz="5400" u="none" dirty="0">
                  <a:solidFill>
                    <a:srgbClr val="FFFFFF"/>
                  </a:solidFill>
                  <a:latin typeface="Noto Serif Display ExtraCondensed Light" panose="020B0604020202020204"/>
                  <a:ea typeface="Noto Serif Display ExtraCondensed Light" panose="020B0604020202020204"/>
                  <a:cs typeface="Noto Serif Display ExtraCondensed Light" panose="020B0604020202020204"/>
                  <a:sym typeface="HK Grotesk"/>
                </a:rPr>
                <a:t> Facebook</a:t>
              </a:r>
            </a:p>
          </p:txBody>
        </p:sp>
        <p:sp>
          <p:nvSpPr>
            <p:cNvPr id="7" name="TextBox 7"/>
            <p:cNvSpPr txBox="1"/>
            <p:nvPr/>
          </p:nvSpPr>
          <p:spPr>
            <a:xfrm>
              <a:off x="-279400" y="-1820769"/>
              <a:ext cx="9182100" cy="2659380"/>
            </a:xfrm>
            <a:prstGeom prst="rect">
              <a:avLst/>
            </a:prstGeom>
          </p:spPr>
          <p:txBody>
            <a:bodyPr lIns="0" tIns="0" rIns="0" bIns="0" rtlCol="0" anchor="t">
              <a:spAutoFit/>
            </a:bodyPr>
            <a:lstStyle/>
            <a:p>
              <a:pPr marL="0" lvl="0" indent="0" algn="l">
                <a:lnSpc>
                  <a:spcPts val="14400"/>
                </a:lnSpc>
              </a:pPr>
              <a:r>
                <a:rPr lang="en-US" sz="14400" spc="-288" dirty="0" err="1">
                  <a:solidFill>
                    <a:srgbClr val="FFFFFF"/>
                  </a:solidFill>
                  <a:latin typeface="Noto Serif Display ExtraCondensed Light"/>
                  <a:ea typeface="Noto Serif Display ExtraCondensed Light"/>
                  <a:cs typeface="Noto Serif Display ExtraCondensed Light"/>
                  <a:sym typeface="Noto Serif Display ExtraCondensed Light"/>
                </a:rPr>
                <a:t>Phân</a:t>
              </a:r>
              <a:r>
                <a:rPr lang="en-US" sz="14400" spc="-288" dirty="0">
                  <a:solidFill>
                    <a:srgbClr val="FFFFFF"/>
                  </a:solidFill>
                  <a:latin typeface="Noto Serif Display ExtraCondensed Light"/>
                  <a:ea typeface="Noto Serif Display ExtraCondensed Light"/>
                  <a:cs typeface="Noto Serif Display ExtraCondensed Light"/>
                  <a:sym typeface="Noto Serif Display ExtraCondensed Light"/>
                </a:rPr>
                <a:t> </a:t>
              </a:r>
              <a:r>
                <a:rPr lang="en-US" sz="14400" spc="-288" dirty="0" err="1">
                  <a:solidFill>
                    <a:srgbClr val="FFFFFF"/>
                  </a:solidFill>
                  <a:latin typeface="Noto Serif Display ExtraCondensed Light"/>
                  <a:ea typeface="Noto Serif Display ExtraCondensed Light"/>
                  <a:cs typeface="Noto Serif Display ExtraCondensed Light"/>
                  <a:sym typeface="Noto Serif Display ExtraCondensed Light"/>
                </a:rPr>
                <a:t>tích</a:t>
              </a:r>
              <a:endParaRPr lang="en-US" sz="14400" spc="-288" dirty="0">
                <a:solidFill>
                  <a:srgbClr val="FFFFFF"/>
                </a:solidFill>
                <a:latin typeface="Noto Serif Display ExtraCondensed Light"/>
                <a:ea typeface="Noto Serif Display ExtraCondensed Light"/>
                <a:cs typeface="Noto Serif Display ExtraCondensed Light"/>
                <a:sym typeface="Noto Serif Display ExtraCondensed Light"/>
              </a:endParaRPr>
            </a:p>
          </p:txBody>
        </p:sp>
      </p:grpSp>
      <p:sp>
        <p:nvSpPr>
          <p:cNvPr id="8" name="AutoShape 8"/>
          <p:cNvSpPr/>
          <p:nvPr/>
        </p:nvSpPr>
        <p:spPr>
          <a:xfrm>
            <a:off x="0" y="676275"/>
            <a:ext cx="9296400" cy="0"/>
          </a:xfrm>
          <a:prstGeom prst="line">
            <a:avLst/>
          </a:prstGeom>
          <a:ln w="19050" cap="flat">
            <a:solidFill>
              <a:srgbClr val="FFFFFF"/>
            </a:solidFill>
            <a:prstDash val="solid"/>
            <a:headEnd type="none" w="sm" len="sm"/>
            <a:tailEnd type="none" w="sm" len="sm"/>
          </a:ln>
        </p:spPr>
        <p:txBody>
          <a:bodyPr/>
          <a:lstStyle/>
          <a:p>
            <a:endParaRPr lang="vi-V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p:nvPr/>
        </p:nvSpPr>
        <p:spPr>
          <a:xfrm>
            <a:off x="0" y="676275"/>
            <a:ext cx="18288000" cy="0"/>
          </a:xfrm>
          <a:prstGeom prst="line">
            <a:avLst/>
          </a:prstGeom>
          <a:ln w="19050" cap="flat">
            <a:solidFill>
              <a:srgbClr val="0F3D91"/>
            </a:solidFill>
            <a:prstDash val="solid"/>
            <a:headEnd type="none" w="sm" len="sm"/>
            <a:tailEnd type="none" w="sm" len="sm"/>
          </a:ln>
        </p:spPr>
        <p:txBody>
          <a:bodyPr/>
          <a:lstStyle/>
          <a:p>
            <a:endParaRPr lang="vi-VN"/>
          </a:p>
        </p:txBody>
      </p:sp>
      <p:sp>
        <p:nvSpPr>
          <p:cNvPr id="6" name="AutoShape 6"/>
          <p:cNvSpPr/>
          <p:nvPr/>
        </p:nvSpPr>
        <p:spPr>
          <a:xfrm>
            <a:off x="0" y="9620250"/>
            <a:ext cx="18288000" cy="0"/>
          </a:xfrm>
          <a:prstGeom prst="line">
            <a:avLst/>
          </a:prstGeom>
          <a:ln w="19050" cap="flat">
            <a:solidFill>
              <a:srgbClr val="0F3D91"/>
            </a:solidFill>
            <a:prstDash val="solid"/>
            <a:headEnd type="none" w="sm" len="sm"/>
            <a:tailEnd type="none" w="sm" len="sm"/>
          </a:ln>
        </p:spPr>
        <p:txBody>
          <a:bodyPr/>
          <a:lstStyle/>
          <a:p>
            <a:endParaRPr lang="vi-VN"/>
          </a:p>
        </p:txBody>
      </p:sp>
      <p:sp>
        <p:nvSpPr>
          <p:cNvPr id="9" name="Hộp Văn bản 8">
            <a:extLst>
              <a:ext uri="{FF2B5EF4-FFF2-40B4-BE49-F238E27FC236}">
                <a16:creationId xmlns:a16="http://schemas.microsoft.com/office/drawing/2014/main" id="{3390DA8A-E77A-DC2E-F963-DB569D69DB49}"/>
              </a:ext>
            </a:extLst>
          </p:cNvPr>
          <p:cNvSpPr txBox="1"/>
          <p:nvPr/>
        </p:nvSpPr>
        <p:spPr>
          <a:xfrm>
            <a:off x="1981200" y="1675385"/>
            <a:ext cx="13716000"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vi-VN" sz="7200" b="0" i="0" u="none" strike="noStrike" cap="none" normalizeH="0" baseline="0" dirty="0">
                <a:ln>
                  <a:noFill/>
                </a:ln>
                <a:solidFill>
                  <a:srgbClr val="1877F2"/>
                </a:solidFill>
                <a:effectLst/>
                <a:latin typeface="AriaNoto Serif Display ExtraCondensed Light"/>
                <a:ea typeface="Noto Serif Display ExtraCondensed Light" panose="020B0604020202020204"/>
                <a:cs typeface="Noto Serif Display ExtraCondensed Light" panose="020B0604020202020204"/>
              </a:rPr>
              <a:t>Nhóm 15</a:t>
            </a:r>
            <a:endParaRPr kumimoji="0" lang="vi-VN" altLang="vi-VN" sz="1000" b="0" i="0" u="none" strike="noStrike" cap="none" normalizeH="0" baseline="0" dirty="0">
              <a:ln>
                <a:noFill/>
              </a:ln>
              <a:solidFill>
                <a:schemeClr val="tx1"/>
              </a:solidFill>
              <a:effectLst/>
              <a:latin typeface="AriaNoto Serif Display ExtraCondensed Light"/>
              <a:ea typeface="Noto Serif Display ExtraCondensed Light" panose="020B0604020202020204"/>
              <a:cs typeface="Noto Serif Display ExtraCondensed Light" panose="020B0604020202020204"/>
            </a:endParaRPr>
          </a:p>
        </p:txBody>
      </p:sp>
      <p:graphicFrame>
        <p:nvGraphicFramePr>
          <p:cNvPr id="10" name="Bảng 9">
            <a:extLst>
              <a:ext uri="{FF2B5EF4-FFF2-40B4-BE49-F238E27FC236}">
                <a16:creationId xmlns:a16="http://schemas.microsoft.com/office/drawing/2014/main" id="{0EC43EFB-CE3D-4364-4FDD-0F4B2109497F}"/>
              </a:ext>
            </a:extLst>
          </p:cNvPr>
          <p:cNvGraphicFramePr>
            <a:graphicFrameLocks noGrp="1"/>
          </p:cNvGraphicFramePr>
          <p:nvPr>
            <p:extLst>
              <p:ext uri="{D42A27DB-BD31-4B8C-83A1-F6EECF244321}">
                <p14:modId xmlns:p14="http://schemas.microsoft.com/office/powerpoint/2010/main" val="1847484485"/>
              </p:ext>
            </p:extLst>
          </p:nvPr>
        </p:nvGraphicFramePr>
        <p:xfrm>
          <a:off x="1981200" y="2871733"/>
          <a:ext cx="11811000" cy="2797846"/>
        </p:xfrm>
        <a:graphic>
          <a:graphicData uri="http://schemas.openxmlformats.org/drawingml/2006/table">
            <a:tbl>
              <a:tblPr firstRow="1" bandRow="1">
                <a:tableStyleId>{5C22544A-7EE6-4342-B048-85BDC9FD1C3A}</a:tableStyleId>
              </a:tblPr>
              <a:tblGrid>
                <a:gridCol w="3937000">
                  <a:extLst>
                    <a:ext uri="{9D8B030D-6E8A-4147-A177-3AD203B41FA5}">
                      <a16:colId xmlns:a16="http://schemas.microsoft.com/office/drawing/2014/main" val="1033571966"/>
                    </a:ext>
                  </a:extLst>
                </a:gridCol>
                <a:gridCol w="4330700">
                  <a:extLst>
                    <a:ext uri="{9D8B030D-6E8A-4147-A177-3AD203B41FA5}">
                      <a16:colId xmlns:a16="http://schemas.microsoft.com/office/drawing/2014/main" val="3893583403"/>
                    </a:ext>
                  </a:extLst>
                </a:gridCol>
                <a:gridCol w="3543300">
                  <a:extLst>
                    <a:ext uri="{9D8B030D-6E8A-4147-A177-3AD203B41FA5}">
                      <a16:colId xmlns:a16="http://schemas.microsoft.com/office/drawing/2014/main" val="125206294"/>
                    </a:ext>
                  </a:extLst>
                </a:gridCol>
              </a:tblGrid>
              <a:tr h="701865">
                <a:tc>
                  <a:txBody>
                    <a:bodyPr/>
                    <a:lstStyle/>
                    <a:p>
                      <a:pPr algn="ctr"/>
                      <a:r>
                        <a:rPr lang="vi-VN" dirty="0"/>
                        <a:t>Họ tên thành viên</a:t>
                      </a:r>
                    </a:p>
                  </a:txBody>
                  <a:tcPr/>
                </a:tc>
                <a:tc>
                  <a:txBody>
                    <a:bodyPr/>
                    <a:lstStyle/>
                    <a:p>
                      <a:pPr algn="ctr"/>
                      <a:r>
                        <a:rPr lang="vi-VN" dirty="0"/>
                        <a:t>Mã sinh viên</a:t>
                      </a:r>
                    </a:p>
                  </a:txBody>
                  <a:tcPr/>
                </a:tc>
                <a:tc>
                  <a:txBody>
                    <a:bodyPr/>
                    <a:lstStyle/>
                    <a:p>
                      <a:pPr algn="ctr"/>
                      <a:r>
                        <a:rPr lang="vi-VN" dirty="0"/>
                        <a:t>Chức vụ</a:t>
                      </a:r>
                    </a:p>
                  </a:txBody>
                  <a:tcPr/>
                </a:tc>
                <a:extLst>
                  <a:ext uri="{0D108BD9-81ED-4DB2-BD59-A6C34878D82A}">
                    <a16:rowId xmlns:a16="http://schemas.microsoft.com/office/drawing/2014/main" val="934033149"/>
                  </a:ext>
                </a:extLst>
              </a:tr>
              <a:tr h="692251">
                <a:tc>
                  <a:txBody>
                    <a:bodyPr/>
                    <a:lstStyle/>
                    <a:p>
                      <a:pPr algn="ctr"/>
                      <a:r>
                        <a:rPr kumimoji="0" lang="vi-VN" altLang="vi-VN" sz="1800" b="1" i="0" u="none" strike="noStrike" cap="none" normalizeH="0" baseline="0" dirty="0">
                          <a:ln>
                            <a:noFill/>
                          </a:ln>
                          <a:solidFill>
                            <a:srgbClr val="0F3D91"/>
                          </a:solidFill>
                          <a:effectLst/>
                          <a:latin typeface="+mn-lt"/>
                        </a:rPr>
                        <a:t>Lê Đức Trung </a:t>
                      </a:r>
                      <a:endParaRPr lang="vi-VN" dirty="0"/>
                    </a:p>
                  </a:txBody>
                  <a:tcPr/>
                </a:tc>
                <a:tc>
                  <a:txBody>
                    <a:bodyPr/>
                    <a:lstStyle/>
                    <a:p>
                      <a:pPr algn="ctr"/>
                      <a:r>
                        <a:rPr kumimoji="0" lang="vi-VN" altLang="vi-VN" sz="1800" b="1" i="0" u="none" strike="noStrike" cap="none" normalizeH="0" baseline="0" dirty="0">
                          <a:ln>
                            <a:noFill/>
                          </a:ln>
                          <a:solidFill>
                            <a:srgbClr val="0F3D91"/>
                          </a:solidFill>
                          <a:effectLst/>
                          <a:latin typeface="+mn-lt"/>
                        </a:rPr>
                        <a:t>698558</a:t>
                      </a:r>
                      <a:endParaRPr lang="vi-VN" dirty="0"/>
                    </a:p>
                  </a:txBody>
                  <a:tcPr/>
                </a:tc>
                <a:tc>
                  <a:txBody>
                    <a:bodyPr/>
                    <a:lstStyle/>
                    <a:p>
                      <a:pPr algn="ctr"/>
                      <a:r>
                        <a:rPr kumimoji="0" lang="vi-VN" altLang="vi-VN" sz="1800" b="1" i="0" u="none" strike="noStrike" cap="none" normalizeH="0" baseline="0" dirty="0">
                          <a:ln>
                            <a:noFill/>
                          </a:ln>
                          <a:solidFill>
                            <a:srgbClr val="0F3D91"/>
                          </a:solidFill>
                          <a:effectLst/>
                          <a:latin typeface="+mn-lt"/>
                        </a:rPr>
                        <a:t>Nhóm trưởng</a:t>
                      </a:r>
                      <a:endParaRPr lang="vi-VN" dirty="0"/>
                    </a:p>
                  </a:txBody>
                  <a:tcPr/>
                </a:tc>
                <a:extLst>
                  <a:ext uri="{0D108BD9-81ED-4DB2-BD59-A6C34878D82A}">
                    <a16:rowId xmlns:a16="http://schemas.microsoft.com/office/drawing/2014/main" val="2605209206"/>
                  </a:ext>
                </a:extLst>
              </a:tr>
              <a:tr h="701865">
                <a:tc>
                  <a:txBody>
                    <a:bodyPr/>
                    <a:lstStyle/>
                    <a:p>
                      <a:pPr algn="ctr"/>
                      <a:r>
                        <a:rPr kumimoji="0" lang="vi-VN" altLang="vi-VN" sz="1800" b="1" i="0" u="none" strike="noStrike" cap="none" normalizeH="0" baseline="0" dirty="0">
                          <a:ln>
                            <a:noFill/>
                          </a:ln>
                          <a:solidFill>
                            <a:srgbClr val="0F3D91"/>
                          </a:solidFill>
                          <a:effectLst/>
                          <a:latin typeface="+mn-lt"/>
                        </a:rPr>
                        <a:t>Vũ Tú Nam </a:t>
                      </a:r>
                      <a:endParaRPr lang="vi-VN" dirty="0"/>
                    </a:p>
                  </a:txBody>
                  <a:tcPr/>
                </a:tc>
                <a:tc>
                  <a:txBody>
                    <a:bodyPr/>
                    <a:lstStyle/>
                    <a:p>
                      <a:pPr algn="ctr"/>
                      <a:r>
                        <a:rPr kumimoji="0" lang="vi-VN" altLang="vi-VN" sz="1800" b="1" i="0" u="none" strike="noStrike" cap="none" normalizeH="0" baseline="0" dirty="0">
                          <a:ln>
                            <a:noFill/>
                          </a:ln>
                          <a:solidFill>
                            <a:srgbClr val="0F3D91"/>
                          </a:solidFill>
                          <a:effectLst/>
                          <a:latin typeface="+mn-lt"/>
                        </a:rPr>
                        <a:t>698492</a:t>
                      </a:r>
                      <a:endParaRPr lang="vi-VN" dirty="0"/>
                    </a:p>
                  </a:txBody>
                  <a:tcPr/>
                </a:tc>
                <a:tc>
                  <a:txBody>
                    <a:bodyPr/>
                    <a:lstStyle/>
                    <a:p>
                      <a:pPr algn="ctr"/>
                      <a:r>
                        <a:rPr kumimoji="0" lang="vi-VN" altLang="vi-VN" sz="1800" b="1" i="0" u="none" strike="noStrike" cap="none" normalizeH="0" baseline="0" dirty="0">
                          <a:ln>
                            <a:noFill/>
                          </a:ln>
                          <a:solidFill>
                            <a:srgbClr val="0F3D91"/>
                          </a:solidFill>
                          <a:effectLst/>
                          <a:latin typeface="+mn-lt"/>
                        </a:rPr>
                        <a:t>Thành viên</a:t>
                      </a:r>
                      <a:endParaRPr lang="vi-VN" dirty="0"/>
                    </a:p>
                  </a:txBody>
                  <a:tcPr/>
                </a:tc>
                <a:extLst>
                  <a:ext uri="{0D108BD9-81ED-4DB2-BD59-A6C34878D82A}">
                    <a16:rowId xmlns:a16="http://schemas.microsoft.com/office/drawing/2014/main" val="1508526709"/>
                  </a:ext>
                </a:extLst>
              </a:tr>
              <a:tr h="701865">
                <a:tc>
                  <a:txBody>
                    <a:bodyPr/>
                    <a:lstStyle/>
                    <a:p>
                      <a:pPr algn="ctr"/>
                      <a:r>
                        <a:rPr kumimoji="0" lang="vi-VN" altLang="vi-VN" sz="1800" b="1" i="0" u="none" strike="noStrike" cap="none" normalizeH="0" baseline="0" dirty="0">
                          <a:ln>
                            <a:noFill/>
                          </a:ln>
                          <a:solidFill>
                            <a:srgbClr val="0F3D91"/>
                          </a:solidFill>
                          <a:effectLst/>
                          <a:latin typeface="+mn-lt"/>
                        </a:rPr>
                        <a:t>Văn Bảo Phước </a:t>
                      </a:r>
                      <a:endParaRPr lang="vi-VN" dirty="0"/>
                    </a:p>
                  </a:txBody>
                  <a:tcPr/>
                </a:tc>
                <a:tc>
                  <a:txBody>
                    <a:bodyPr/>
                    <a:lstStyle/>
                    <a:p>
                      <a:pPr algn="ctr"/>
                      <a:r>
                        <a:rPr kumimoji="0" lang="vi-VN" altLang="vi-VN" sz="1800" b="1" i="0" u="none" strike="noStrike" cap="none" normalizeH="0" baseline="0" dirty="0">
                          <a:ln>
                            <a:noFill/>
                          </a:ln>
                          <a:solidFill>
                            <a:srgbClr val="0F3D91"/>
                          </a:solidFill>
                          <a:effectLst/>
                          <a:latin typeface="+mn-lt"/>
                        </a:rPr>
                        <a:t>698221</a:t>
                      </a:r>
                      <a:endParaRPr lang="vi-VN" dirty="0"/>
                    </a:p>
                  </a:txBody>
                  <a:tcPr/>
                </a:tc>
                <a:tc>
                  <a:txBody>
                    <a:bodyPr/>
                    <a:lstStyle/>
                    <a:p>
                      <a:pPr algn="ctr"/>
                      <a:r>
                        <a:rPr kumimoji="0" lang="vi-VN" altLang="vi-VN" sz="1800" b="1" i="0" u="none" strike="noStrike" cap="none" normalizeH="0" baseline="0" dirty="0">
                          <a:ln>
                            <a:noFill/>
                          </a:ln>
                          <a:solidFill>
                            <a:srgbClr val="0F3D91"/>
                          </a:solidFill>
                          <a:effectLst/>
                          <a:latin typeface="+mn-lt"/>
                        </a:rPr>
                        <a:t>Thành viên</a:t>
                      </a:r>
                      <a:endParaRPr lang="vi-VN" dirty="0"/>
                    </a:p>
                  </a:txBody>
                  <a:tcPr/>
                </a:tc>
                <a:extLst>
                  <a:ext uri="{0D108BD9-81ED-4DB2-BD59-A6C34878D82A}">
                    <a16:rowId xmlns:a16="http://schemas.microsoft.com/office/drawing/2014/main" val="3191414770"/>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66750" y="4321365"/>
            <a:ext cx="6886575" cy="1653796"/>
            <a:chOff x="0" y="0"/>
            <a:chExt cx="9182100" cy="2205061"/>
          </a:xfrm>
        </p:grpSpPr>
        <p:sp>
          <p:nvSpPr>
            <p:cNvPr id="3" name="TextBox 3"/>
            <p:cNvSpPr txBox="1"/>
            <p:nvPr/>
          </p:nvSpPr>
          <p:spPr>
            <a:xfrm>
              <a:off x="0" y="0"/>
              <a:ext cx="9182100" cy="558800"/>
            </a:xfrm>
            <a:prstGeom prst="rect">
              <a:avLst/>
            </a:prstGeom>
          </p:spPr>
          <p:txBody>
            <a:bodyPr lIns="0" tIns="0" rIns="0" bIns="0" rtlCol="0" anchor="t">
              <a:spAutoFit/>
            </a:bodyPr>
            <a:lstStyle/>
            <a:p>
              <a:pPr marL="0" lvl="0" indent="0" algn="l">
                <a:lnSpc>
                  <a:spcPts val="3359"/>
                </a:lnSpc>
              </a:pPr>
              <a:r>
                <a:rPr lang="en-US" sz="2799" b="1" u="none" strike="noStrike" dirty="0" err="1">
                  <a:solidFill>
                    <a:srgbClr val="0F3D91"/>
                  </a:solidFill>
                  <a:latin typeface="HK Grotesk Semi-Bold"/>
                  <a:ea typeface="HK Grotesk Semi-Bold"/>
                  <a:cs typeface="HK Grotesk Semi-Bold"/>
                  <a:sym typeface="HK Grotesk Semi-Bold"/>
                </a:rPr>
                <a:t>Nhân</a:t>
              </a:r>
              <a:r>
                <a:rPr lang="en-US" sz="2799" b="1" u="none" strike="noStrike" dirty="0">
                  <a:solidFill>
                    <a:srgbClr val="0F3D91"/>
                  </a:solidFill>
                  <a:latin typeface="HK Grotesk Semi-Bold"/>
                  <a:ea typeface="HK Grotesk Semi-Bold"/>
                  <a:cs typeface="HK Grotesk Semi-Bold"/>
                  <a:sym typeface="HK Grotesk Semi-Bold"/>
                </a:rPr>
                <a:t> </a:t>
              </a:r>
              <a:r>
                <a:rPr lang="en-US" sz="2799" b="1" u="none" strike="noStrike" dirty="0" err="1">
                  <a:solidFill>
                    <a:srgbClr val="0F3D91"/>
                  </a:solidFill>
                  <a:latin typeface="HK Grotesk Semi-Bold"/>
                  <a:ea typeface="HK Grotesk Semi-Bold"/>
                  <a:cs typeface="HK Grotesk Semi-Bold"/>
                  <a:sym typeface="HK Grotesk Semi-Bold"/>
                </a:rPr>
                <a:t>khẩu</a:t>
              </a:r>
              <a:r>
                <a:rPr lang="en-US" sz="2799" b="1" u="none" strike="noStrike" dirty="0">
                  <a:solidFill>
                    <a:srgbClr val="0F3D91"/>
                  </a:solidFill>
                  <a:latin typeface="HK Grotesk Semi-Bold"/>
                  <a:ea typeface="HK Grotesk Semi-Bold"/>
                  <a:cs typeface="HK Grotesk Semi-Bold"/>
                  <a:sym typeface="HK Grotesk Semi-Bold"/>
                </a:rPr>
                <a:t> </a:t>
              </a:r>
              <a:r>
                <a:rPr lang="en-US" sz="2799" b="1" u="none" strike="noStrike" dirty="0" err="1">
                  <a:solidFill>
                    <a:srgbClr val="0F3D91"/>
                  </a:solidFill>
                  <a:latin typeface="HK Grotesk Semi-Bold"/>
                  <a:ea typeface="HK Grotesk Semi-Bold"/>
                  <a:cs typeface="HK Grotesk Semi-Bold"/>
                  <a:sym typeface="HK Grotesk Semi-Bold"/>
                </a:rPr>
                <a:t>học</a:t>
              </a:r>
              <a:endParaRPr lang="en-US" sz="2799" b="1" u="none" strike="noStrike" dirty="0">
                <a:solidFill>
                  <a:srgbClr val="0F3D91"/>
                </a:solidFill>
                <a:latin typeface="HK Grotesk Semi-Bold"/>
                <a:ea typeface="HK Grotesk Semi-Bold"/>
                <a:cs typeface="HK Grotesk Semi-Bold"/>
                <a:sym typeface="HK Grotesk Semi-Bold"/>
              </a:endParaRPr>
            </a:p>
          </p:txBody>
        </p:sp>
        <p:sp>
          <p:nvSpPr>
            <p:cNvPr id="4" name="TextBox 4"/>
            <p:cNvSpPr txBox="1"/>
            <p:nvPr/>
          </p:nvSpPr>
          <p:spPr>
            <a:xfrm>
              <a:off x="0" y="722005"/>
              <a:ext cx="9182100" cy="1483056"/>
            </a:xfrm>
            <a:prstGeom prst="rect">
              <a:avLst/>
            </a:prstGeom>
          </p:spPr>
          <p:txBody>
            <a:bodyPr lIns="0" tIns="0" rIns="0" bIns="0" rtlCol="0" anchor="t">
              <a:spAutoFit/>
            </a:bodyPr>
            <a:lstStyle/>
            <a:p>
              <a:pPr marL="0" lvl="0" indent="0" algn="l">
                <a:lnSpc>
                  <a:spcPts val="2879"/>
                </a:lnSpc>
              </a:pPr>
              <a:r>
                <a:rPr lang="en-US" sz="2400" u="none" strike="noStrike" dirty="0" err="1">
                  <a:solidFill>
                    <a:srgbClr val="0F3D91"/>
                  </a:solidFill>
                  <a:latin typeface="HK Grotesk"/>
                  <a:ea typeface="HK Grotesk"/>
                  <a:cs typeface="HK Grotesk"/>
                  <a:sym typeface="HK Grotesk"/>
                </a:rPr>
                <a:t>Khám</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phá</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đặc</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điểm</a:t>
              </a:r>
              <a:r>
                <a:rPr lang="en-US" sz="2400" u="none" strike="noStrike" dirty="0">
                  <a:solidFill>
                    <a:srgbClr val="0F3D91"/>
                  </a:solidFill>
                  <a:latin typeface="HK Grotesk"/>
                  <a:ea typeface="HK Grotesk"/>
                  <a:cs typeface="HK Grotesk"/>
                  <a:sym typeface="HK Grotesk"/>
                </a:rPr>
                <a:t> </a:t>
              </a:r>
              <a:r>
                <a:rPr lang="en-US" sz="2400" b="1" u="none" strike="noStrike" dirty="0" err="1">
                  <a:solidFill>
                    <a:srgbClr val="0F3D91"/>
                  </a:solidFill>
                  <a:latin typeface="HK Grotesk Bold"/>
                  <a:ea typeface="HK Grotesk Bold"/>
                  <a:cs typeface="HK Grotesk Bold"/>
                  <a:sym typeface="HK Grotesk Bold"/>
                </a:rPr>
                <a:t>nhân</a:t>
              </a:r>
              <a:r>
                <a:rPr lang="en-US" sz="2400" b="1" u="none" strike="noStrike" dirty="0">
                  <a:solidFill>
                    <a:srgbClr val="0F3D91"/>
                  </a:solidFill>
                  <a:latin typeface="HK Grotesk Bold"/>
                  <a:ea typeface="HK Grotesk Bold"/>
                  <a:cs typeface="HK Grotesk Bold"/>
                  <a:sym typeface="HK Grotesk Bold"/>
                </a:rPr>
                <a:t> </a:t>
              </a:r>
              <a:r>
                <a:rPr lang="en-US" sz="2400" b="1" u="none" strike="noStrike" dirty="0" err="1">
                  <a:solidFill>
                    <a:srgbClr val="0F3D91"/>
                  </a:solidFill>
                  <a:latin typeface="HK Grotesk Bold"/>
                  <a:ea typeface="HK Grotesk Bold"/>
                  <a:cs typeface="HK Grotesk Bold"/>
                  <a:sym typeface="HK Grotesk Bold"/>
                </a:rPr>
                <a:t>khẩu</a:t>
              </a:r>
              <a:r>
                <a:rPr lang="en-US" sz="2400" b="1" u="none" strike="noStrike" dirty="0">
                  <a:solidFill>
                    <a:srgbClr val="0F3D91"/>
                  </a:solidFill>
                  <a:latin typeface="HK Grotesk Bold"/>
                  <a:ea typeface="HK Grotesk Bold"/>
                  <a:cs typeface="HK Grotesk Bold"/>
                  <a:sym typeface="HK Grotesk Bold"/>
                </a:rPr>
                <a:t> </a:t>
              </a:r>
              <a:r>
                <a:rPr lang="en-US" sz="2400" b="1" u="none" strike="noStrike" dirty="0" err="1">
                  <a:solidFill>
                    <a:srgbClr val="0F3D91"/>
                  </a:solidFill>
                  <a:latin typeface="HK Grotesk Bold"/>
                  <a:ea typeface="HK Grotesk Bold"/>
                  <a:cs typeface="HK Grotesk Bold"/>
                  <a:sym typeface="HK Grotesk Bold"/>
                </a:rPr>
                <a:t>học</a:t>
              </a:r>
              <a:r>
                <a:rPr lang="en-US" sz="2400" b="1" u="none" strike="noStrike" dirty="0">
                  <a:solidFill>
                    <a:srgbClr val="0F3D91"/>
                  </a:solidFill>
                  <a:latin typeface="HK Grotesk Bold"/>
                  <a:ea typeface="HK Grotesk Bold"/>
                  <a:cs typeface="HK Grotesk Bold"/>
                  <a:sym typeface="HK Grotesk Bold"/>
                </a:rPr>
                <a:t> </a:t>
              </a:r>
              <a:r>
                <a:rPr lang="en-US" sz="2400" b="1" u="none" strike="noStrike" dirty="0" err="1">
                  <a:solidFill>
                    <a:srgbClr val="0F3D91"/>
                  </a:solidFill>
                  <a:latin typeface="HK Grotesk Bold"/>
                  <a:ea typeface="HK Grotesk Bold"/>
                  <a:cs typeface="HK Grotesk Bold"/>
                  <a:sym typeface="HK Grotesk Bold"/>
                </a:rPr>
                <a:t>cơ</a:t>
              </a:r>
              <a:r>
                <a:rPr lang="en-US" sz="2400" b="1" u="none" strike="noStrike" dirty="0">
                  <a:solidFill>
                    <a:srgbClr val="0F3D91"/>
                  </a:solidFill>
                  <a:latin typeface="HK Grotesk Bold"/>
                  <a:ea typeface="HK Grotesk Bold"/>
                  <a:cs typeface="HK Grotesk Bold"/>
                  <a:sym typeface="HK Grotesk Bold"/>
                </a:rPr>
                <a:t> </a:t>
              </a:r>
              <a:r>
                <a:rPr lang="en-US" sz="2400" b="1" u="none" strike="noStrike" dirty="0" err="1">
                  <a:solidFill>
                    <a:srgbClr val="0F3D91"/>
                  </a:solidFill>
                  <a:latin typeface="HK Grotesk Bold"/>
                  <a:ea typeface="HK Grotesk Bold"/>
                  <a:cs typeface="HK Grotesk Bold"/>
                  <a:sym typeface="HK Grotesk Bold"/>
                </a:rPr>
                <a:t>bản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như</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tuổi</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giới</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tính</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và</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ngày</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tháng</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sinh</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giúp</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hiểu</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rõ</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hơn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về</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người</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dùng</a:t>
              </a:r>
              <a:r>
                <a:rPr lang="en-US" sz="2400" u="none" strike="noStrike" dirty="0">
                  <a:solidFill>
                    <a:srgbClr val="0F3D91"/>
                  </a:solidFill>
                  <a:latin typeface="HK Grotesk"/>
                  <a:ea typeface="HK Grotesk"/>
                  <a:cs typeface="HK Grotesk"/>
                  <a:sym typeface="HK Grotesk"/>
                </a:rPr>
                <a:t> </a:t>
              </a:r>
              <a:r>
                <a:rPr lang="en-US" sz="2400" dirty="0">
                  <a:solidFill>
                    <a:srgbClr val="0F3D91"/>
                  </a:solidFill>
                  <a:latin typeface="HK Grotesk"/>
                  <a:ea typeface="HK Grotesk"/>
                  <a:cs typeface="HK Grotesk"/>
                  <a:sym typeface="HK Grotesk"/>
                </a:rPr>
                <a:t>Facebook</a:t>
              </a:r>
              <a:r>
                <a:rPr lang="en-US" sz="2400" u="none" strike="noStrike" dirty="0">
                  <a:solidFill>
                    <a:srgbClr val="0F3D91"/>
                  </a:solidFill>
                  <a:latin typeface="HK Grotesk"/>
                  <a:ea typeface="HK Grotesk"/>
                  <a:cs typeface="HK Grotesk"/>
                  <a:sym typeface="HK Grotesk"/>
                </a:rPr>
                <a:t>.</a:t>
              </a:r>
            </a:p>
          </p:txBody>
        </p:sp>
      </p:grpSp>
      <p:grpSp>
        <p:nvGrpSpPr>
          <p:cNvPr id="5" name="Group 5"/>
          <p:cNvGrpSpPr/>
          <p:nvPr/>
        </p:nvGrpSpPr>
        <p:grpSpPr>
          <a:xfrm>
            <a:off x="9372600" y="4530915"/>
            <a:ext cx="7467600" cy="1535373"/>
            <a:chOff x="0" y="0"/>
            <a:chExt cx="9956800" cy="2047164"/>
          </a:xfrm>
        </p:grpSpPr>
        <p:sp>
          <p:nvSpPr>
            <p:cNvPr id="6" name="TextBox 6"/>
            <p:cNvSpPr txBox="1"/>
            <p:nvPr/>
          </p:nvSpPr>
          <p:spPr>
            <a:xfrm>
              <a:off x="0" y="0"/>
              <a:ext cx="9182100" cy="558800"/>
            </a:xfrm>
            <a:prstGeom prst="rect">
              <a:avLst/>
            </a:prstGeom>
          </p:spPr>
          <p:txBody>
            <a:bodyPr lIns="0" tIns="0" rIns="0" bIns="0" rtlCol="0" anchor="t">
              <a:spAutoFit/>
            </a:bodyPr>
            <a:lstStyle/>
            <a:p>
              <a:pPr marL="0" lvl="0" indent="0" algn="l">
                <a:lnSpc>
                  <a:spcPts val="3359"/>
                </a:lnSpc>
              </a:pPr>
              <a:r>
                <a:rPr lang="en-US" sz="2799" b="1" u="none" strike="noStrike" dirty="0" err="1">
                  <a:solidFill>
                    <a:srgbClr val="0F3D91"/>
                  </a:solidFill>
                  <a:latin typeface="HK Grotesk Semi-Bold"/>
                  <a:ea typeface="HK Grotesk Semi-Bold"/>
                  <a:cs typeface="HK Grotesk Semi-Bold"/>
                  <a:sym typeface="HK Grotesk Semi-Bold"/>
                </a:rPr>
                <a:t>Mức</a:t>
              </a:r>
              <a:r>
                <a:rPr lang="en-US" sz="2799" b="1" u="none" strike="noStrike" dirty="0">
                  <a:solidFill>
                    <a:srgbClr val="0F3D91"/>
                  </a:solidFill>
                  <a:latin typeface="HK Grotesk Semi-Bold"/>
                  <a:ea typeface="HK Grotesk Semi-Bold"/>
                  <a:cs typeface="HK Grotesk Semi-Bold"/>
                  <a:sym typeface="HK Grotesk Semi-Bold"/>
                </a:rPr>
                <a:t> </a:t>
              </a:r>
              <a:r>
                <a:rPr lang="en-US" sz="2799" b="1" u="none" strike="noStrike" dirty="0" err="1">
                  <a:solidFill>
                    <a:srgbClr val="0F3D91"/>
                  </a:solidFill>
                  <a:latin typeface="HK Grotesk Semi-Bold"/>
                  <a:ea typeface="HK Grotesk Semi-Bold"/>
                  <a:cs typeface="HK Grotesk Semi-Bold"/>
                  <a:sym typeface="HK Grotesk Semi-Bold"/>
                </a:rPr>
                <a:t>độ</a:t>
              </a:r>
              <a:r>
                <a:rPr lang="en-US" sz="2799" b="1" u="none" strike="noStrike" dirty="0">
                  <a:solidFill>
                    <a:srgbClr val="0F3D91"/>
                  </a:solidFill>
                  <a:latin typeface="HK Grotesk Semi-Bold"/>
                  <a:ea typeface="HK Grotesk Semi-Bold"/>
                  <a:cs typeface="HK Grotesk Semi-Bold"/>
                  <a:sym typeface="HK Grotesk Semi-Bold"/>
                </a:rPr>
                <a:t> </a:t>
              </a:r>
              <a:r>
                <a:rPr lang="en-US" sz="2799" b="1" u="none" strike="noStrike" dirty="0" err="1">
                  <a:solidFill>
                    <a:srgbClr val="0F3D91"/>
                  </a:solidFill>
                  <a:latin typeface="HK Grotesk Semi-Bold"/>
                  <a:ea typeface="HK Grotesk Semi-Bold"/>
                  <a:cs typeface="HK Grotesk Semi-Bold"/>
                  <a:sym typeface="HK Grotesk Semi-Bold"/>
                </a:rPr>
                <a:t>tương</a:t>
              </a:r>
              <a:r>
                <a:rPr lang="en-US" sz="2799" b="1" u="none" strike="noStrike" dirty="0">
                  <a:solidFill>
                    <a:srgbClr val="0F3D91"/>
                  </a:solidFill>
                  <a:latin typeface="HK Grotesk Semi-Bold"/>
                  <a:ea typeface="HK Grotesk Semi-Bold"/>
                  <a:cs typeface="HK Grotesk Semi-Bold"/>
                  <a:sym typeface="HK Grotesk Semi-Bold"/>
                </a:rPr>
                <a:t> </a:t>
              </a:r>
              <a:r>
                <a:rPr lang="en-US" sz="2799" b="1" u="none" strike="noStrike" dirty="0" err="1">
                  <a:solidFill>
                    <a:srgbClr val="0F3D91"/>
                  </a:solidFill>
                  <a:latin typeface="HK Grotesk Semi-Bold"/>
                  <a:ea typeface="HK Grotesk Semi-Bold"/>
                  <a:cs typeface="HK Grotesk Semi-Bold"/>
                  <a:sym typeface="HK Grotesk Semi-Bold"/>
                </a:rPr>
                <a:t>tác</a:t>
              </a:r>
              <a:endParaRPr lang="en-US" sz="2799" b="1" u="none" strike="noStrike" dirty="0">
                <a:solidFill>
                  <a:srgbClr val="0F3D91"/>
                </a:solidFill>
                <a:latin typeface="HK Grotesk Semi-Bold"/>
                <a:ea typeface="HK Grotesk Semi-Bold"/>
                <a:cs typeface="HK Grotesk Semi-Bold"/>
                <a:sym typeface="HK Grotesk Semi-Bold"/>
              </a:endParaRPr>
            </a:p>
          </p:txBody>
        </p:sp>
        <p:sp>
          <p:nvSpPr>
            <p:cNvPr id="7" name="TextBox 7"/>
            <p:cNvSpPr txBox="1"/>
            <p:nvPr/>
          </p:nvSpPr>
          <p:spPr>
            <a:xfrm>
              <a:off x="0" y="564108"/>
              <a:ext cx="9956800" cy="1483056"/>
            </a:xfrm>
            <a:prstGeom prst="rect">
              <a:avLst/>
            </a:prstGeom>
          </p:spPr>
          <p:txBody>
            <a:bodyPr wrap="square" lIns="0" tIns="0" rIns="0" bIns="0" rtlCol="0" anchor="t">
              <a:spAutoFit/>
            </a:bodyPr>
            <a:lstStyle/>
            <a:p>
              <a:pPr marL="0" lvl="0" indent="0" algn="l">
                <a:lnSpc>
                  <a:spcPts val="2879"/>
                </a:lnSpc>
              </a:pPr>
              <a:r>
                <a:rPr lang="en-US" sz="2400" u="none" strike="noStrike" dirty="0" err="1">
                  <a:solidFill>
                    <a:srgbClr val="0F3D91"/>
                  </a:solidFill>
                  <a:latin typeface="HK Grotesk"/>
                  <a:ea typeface="HK Grotesk"/>
                  <a:cs typeface="HK Grotesk"/>
                  <a:sym typeface="HK Grotesk"/>
                </a:rPr>
                <a:t>Đánh</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giá</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mức</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độ</a:t>
              </a:r>
              <a:r>
                <a:rPr lang="en-US" sz="2400" u="none" strike="noStrike" dirty="0">
                  <a:solidFill>
                    <a:srgbClr val="0F3D91"/>
                  </a:solidFill>
                  <a:latin typeface="HK Grotesk"/>
                  <a:ea typeface="HK Grotesk"/>
                  <a:cs typeface="HK Grotesk"/>
                  <a:sym typeface="HK Grotesk"/>
                </a:rPr>
                <a:t> </a:t>
              </a:r>
              <a:r>
                <a:rPr lang="en-US" sz="2400" b="1" u="none" strike="noStrike" dirty="0" err="1">
                  <a:solidFill>
                    <a:srgbClr val="0F3D91"/>
                  </a:solidFill>
                  <a:latin typeface="HK Grotesk Bold"/>
                  <a:ea typeface="HK Grotesk Bold"/>
                  <a:cs typeface="HK Grotesk Bold"/>
                  <a:sym typeface="HK Grotesk Bold"/>
                </a:rPr>
                <a:t>tương</a:t>
              </a:r>
              <a:r>
                <a:rPr lang="en-US" sz="2400" b="1" u="none" strike="noStrike" dirty="0">
                  <a:solidFill>
                    <a:srgbClr val="0F3D91"/>
                  </a:solidFill>
                  <a:latin typeface="HK Grotesk Bold"/>
                  <a:ea typeface="HK Grotesk Bold"/>
                  <a:cs typeface="HK Grotesk Bold"/>
                  <a:sym typeface="HK Grotesk Bold"/>
                </a:rPr>
                <a:t> </a:t>
              </a:r>
              <a:r>
                <a:rPr lang="en-US" sz="2400" b="1" u="none" strike="noStrike" dirty="0" err="1">
                  <a:solidFill>
                    <a:srgbClr val="0F3D91"/>
                  </a:solidFill>
                  <a:latin typeface="HK Grotesk Bold"/>
                  <a:ea typeface="HK Grotesk Bold"/>
                  <a:cs typeface="HK Grotesk Bold"/>
                  <a:sym typeface="HK Grotesk Bold"/>
                </a:rPr>
                <a:t>tác</a:t>
              </a:r>
              <a:r>
                <a:rPr lang="en-US" sz="2400" b="1" u="none" strike="noStrike" dirty="0">
                  <a:solidFill>
                    <a:srgbClr val="0F3D91"/>
                  </a:solidFill>
                  <a:latin typeface="HK Grotesk Bold"/>
                  <a:ea typeface="HK Grotesk Bold"/>
                  <a:cs typeface="HK Grotesk Bold"/>
                  <a:sym typeface="HK Grotesk Bold"/>
                </a:rPr>
                <a:t> </a:t>
              </a:r>
              <a:r>
                <a:rPr lang="en-US" sz="2400" b="1" u="none" strike="noStrike" dirty="0" err="1">
                  <a:solidFill>
                    <a:srgbClr val="0F3D91"/>
                  </a:solidFill>
                  <a:latin typeface="HK Grotesk Bold"/>
                  <a:ea typeface="HK Grotesk Bold"/>
                  <a:cs typeface="HK Grotesk Bold"/>
                  <a:sym typeface="HK Grotesk Bold"/>
                </a:rPr>
                <a:t>trên</a:t>
              </a:r>
              <a:r>
                <a:rPr lang="en-US" sz="2400" b="1" u="none" strike="noStrike" dirty="0">
                  <a:solidFill>
                    <a:srgbClr val="0F3D91"/>
                  </a:solidFill>
                  <a:latin typeface="HK Grotesk Bold"/>
                  <a:ea typeface="HK Grotesk Bold"/>
                  <a:cs typeface="HK Grotesk Bold"/>
                  <a:sym typeface="HK Grotesk Bold"/>
                </a:rPr>
                <a:t> </a:t>
              </a:r>
              <a:r>
                <a:rPr lang="en-US" sz="2400" b="1" u="none" strike="noStrike" dirty="0" err="1">
                  <a:solidFill>
                    <a:srgbClr val="0F3D91"/>
                  </a:solidFill>
                  <a:latin typeface="HK Grotesk Bold"/>
                  <a:ea typeface="HK Grotesk Bold"/>
                  <a:cs typeface="HK Grotesk Bold"/>
                  <a:sym typeface="HK Grotesk Bold"/>
                </a:rPr>
                <a:t>nền</a:t>
              </a:r>
              <a:r>
                <a:rPr lang="en-US" sz="2400" b="1" u="none" strike="noStrike" dirty="0">
                  <a:solidFill>
                    <a:srgbClr val="0F3D91"/>
                  </a:solidFill>
                  <a:latin typeface="HK Grotesk Bold"/>
                  <a:ea typeface="HK Grotesk Bold"/>
                  <a:cs typeface="HK Grotesk Bold"/>
                  <a:sym typeface="HK Grotesk Bold"/>
                </a:rPr>
                <a:t> </a:t>
              </a:r>
              <a:r>
                <a:rPr lang="en-US" sz="2400" b="1" u="none" strike="noStrike" dirty="0" err="1">
                  <a:solidFill>
                    <a:srgbClr val="0F3D91"/>
                  </a:solidFill>
                  <a:latin typeface="HK Grotesk Bold"/>
                  <a:ea typeface="HK Grotesk Bold"/>
                  <a:cs typeface="HK Grotesk Bold"/>
                  <a:sym typeface="HK Grotesk Bold"/>
                </a:rPr>
                <a:t>tảng</a:t>
              </a:r>
              <a:r>
                <a:rPr lang="en-US" sz="2400" u="none" strike="noStrike" dirty="0">
                  <a:solidFill>
                    <a:srgbClr val="0F3D91"/>
                  </a:solidFill>
                  <a:latin typeface="HK Grotesk"/>
                  <a:ea typeface="HK Grotesk"/>
                  <a:cs typeface="HK Grotesk"/>
                  <a:sym typeface="HK Grotesk"/>
                </a:rPr>
                <a:t> qua </a:t>
              </a:r>
              <a:r>
                <a:rPr lang="en-US" sz="2400" u="none" strike="noStrike" dirty="0" err="1">
                  <a:solidFill>
                    <a:srgbClr val="0F3D91"/>
                  </a:solidFill>
                  <a:latin typeface="HK Grotesk"/>
                  <a:ea typeface="HK Grotesk"/>
                  <a:cs typeface="HK Grotesk"/>
                  <a:sym typeface="HK Grotesk"/>
                </a:rPr>
                <a:t>lượt</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thích</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số</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lượng</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bạn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bè</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và</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thời</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gian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sử</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dụng</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sẽ</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giúp</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tối</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ưu</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hóa</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trải</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nghiệm</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người</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dùng</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trên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nền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tảng</a:t>
              </a:r>
              <a:r>
                <a:rPr lang="en-US" sz="2400" u="none" strike="noStrike" dirty="0">
                  <a:solidFill>
                    <a:srgbClr val="0F3D91"/>
                  </a:solidFill>
                  <a:latin typeface="HK Grotesk"/>
                  <a:ea typeface="HK Grotesk"/>
                  <a:cs typeface="HK Grotesk"/>
                  <a:sym typeface="HK Grotesk"/>
                </a:rPr>
                <a:t> Facebook.</a:t>
              </a:r>
            </a:p>
          </p:txBody>
        </p:sp>
      </p:grpSp>
      <p:grpSp>
        <p:nvGrpSpPr>
          <p:cNvPr id="8" name="Group 8"/>
          <p:cNvGrpSpPr/>
          <p:nvPr/>
        </p:nvGrpSpPr>
        <p:grpSpPr>
          <a:xfrm>
            <a:off x="666750" y="1562100"/>
            <a:ext cx="16954500" cy="2209800"/>
            <a:chOff x="0" y="0"/>
            <a:chExt cx="22606000" cy="2946400"/>
          </a:xfrm>
        </p:grpSpPr>
        <p:sp>
          <p:nvSpPr>
            <p:cNvPr id="9" name="TextBox 9"/>
            <p:cNvSpPr txBox="1"/>
            <p:nvPr/>
          </p:nvSpPr>
          <p:spPr>
            <a:xfrm>
              <a:off x="0" y="180975"/>
              <a:ext cx="22606000" cy="1769745"/>
            </a:xfrm>
            <a:prstGeom prst="rect">
              <a:avLst/>
            </a:prstGeom>
          </p:spPr>
          <p:txBody>
            <a:bodyPr lIns="0" tIns="0" rIns="0" bIns="0" rtlCol="0" anchor="t">
              <a:spAutoFit/>
            </a:bodyPr>
            <a:lstStyle/>
            <a:p>
              <a:pPr marL="0" lvl="0" indent="0" algn="l">
                <a:lnSpc>
                  <a:spcPts val="9600"/>
                </a:lnSpc>
              </a:pPr>
              <a:r>
                <a:rPr lang="en-US" sz="9600" spc="-192">
                  <a:solidFill>
                    <a:srgbClr val="1877F2"/>
                  </a:solidFill>
                  <a:latin typeface="Noto Serif Display ExtraCondensed Light"/>
                  <a:ea typeface="Noto Serif Display ExtraCondensed Light"/>
                  <a:cs typeface="Noto Serif Display ExtraCondensed Light"/>
                  <a:sym typeface="Noto Serif Display ExtraCondensed Light"/>
                </a:rPr>
                <a:t>Mục Tiêu Phân Tích</a:t>
              </a:r>
            </a:p>
          </p:txBody>
        </p:sp>
        <p:sp>
          <p:nvSpPr>
            <p:cNvPr id="10" name="TextBox 10"/>
            <p:cNvSpPr txBox="1"/>
            <p:nvPr/>
          </p:nvSpPr>
          <p:spPr>
            <a:xfrm>
              <a:off x="0" y="2387600"/>
              <a:ext cx="226060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0F3D91"/>
                  </a:solidFill>
                  <a:latin typeface="HK Grotesk Semi-Bold"/>
                  <a:ea typeface="HK Grotesk Semi-Bold"/>
                  <a:cs typeface="HK Grotesk Semi-Bold"/>
                  <a:sym typeface="HK Grotesk Semi-Bold"/>
                </a:rPr>
                <a:t>Đặc điểm và mức độ tương tác</a:t>
              </a:r>
            </a:p>
          </p:txBody>
        </p:sp>
      </p:grpSp>
      <p:sp>
        <p:nvSpPr>
          <p:cNvPr id="11" name="AutoShape 11"/>
          <p:cNvSpPr/>
          <p:nvPr/>
        </p:nvSpPr>
        <p:spPr>
          <a:xfrm>
            <a:off x="0" y="676275"/>
            <a:ext cx="18288000" cy="0"/>
          </a:xfrm>
          <a:prstGeom prst="line">
            <a:avLst/>
          </a:prstGeom>
          <a:ln w="19050" cap="flat">
            <a:solidFill>
              <a:srgbClr val="0F3D91"/>
            </a:solidFill>
            <a:prstDash val="solid"/>
            <a:headEnd type="none" w="sm" len="sm"/>
            <a:tailEnd type="none" w="sm" len="sm"/>
          </a:ln>
        </p:spPr>
        <p:txBody>
          <a:bodyPr/>
          <a:lstStyle/>
          <a:p>
            <a:endParaRPr lang="vi-VN"/>
          </a:p>
        </p:txBody>
      </p:sp>
      <p:sp>
        <p:nvSpPr>
          <p:cNvPr id="12" name="AutoShape 12"/>
          <p:cNvSpPr/>
          <p:nvPr/>
        </p:nvSpPr>
        <p:spPr>
          <a:xfrm>
            <a:off x="0" y="9620250"/>
            <a:ext cx="18288000" cy="0"/>
          </a:xfrm>
          <a:prstGeom prst="line">
            <a:avLst/>
          </a:prstGeom>
          <a:ln w="19050" cap="flat">
            <a:solidFill>
              <a:srgbClr val="0F3D91"/>
            </a:solidFill>
            <a:prstDash val="solid"/>
            <a:headEnd type="none" w="sm" len="sm"/>
            <a:tailEnd type="none" w="sm" len="sm"/>
          </a:ln>
        </p:spPr>
        <p:txBody>
          <a:bodyPr/>
          <a:lstStyle/>
          <a:p>
            <a:endParaRPr lang="vi-V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58125" y="0"/>
            <a:ext cx="10429875" cy="10287000"/>
            <a:chOff x="0" y="0"/>
            <a:chExt cx="1615861" cy="1593725"/>
          </a:xfrm>
        </p:grpSpPr>
        <p:sp>
          <p:nvSpPr>
            <p:cNvPr id="3" name="Freeform 3"/>
            <p:cNvSpPr/>
            <p:nvPr/>
          </p:nvSpPr>
          <p:spPr>
            <a:xfrm>
              <a:off x="0" y="0"/>
              <a:ext cx="1615861" cy="1593725"/>
            </a:xfrm>
            <a:custGeom>
              <a:avLst/>
              <a:gdLst/>
              <a:ahLst/>
              <a:cxnLst/>
              <a:rect l="l" t="t" r="r" b="b"/>
              <a:pathLst>
                <a:path w="1615861" h="1593725">
                  <a:moveTo>
                    <a:pt x="0" y="0"/>
                  </a:moveTo>
                  <a:lnTo>
                    <a:pt x="1615861" y="0"/>
                  </a:lnTo>
                  <a:lnTo>
                    <a:pt x="1615861" y="1593725"/>
                  </a:lnTo>
                  <a:lnTo>
                    <a:pt x="0" y="1593725"/>
                  </a:lnTo>
                  <a:close/>
                </a:path>
              </a:pathLst>
            </a:custGeom>
            <a:blipFill>
              <a:blip r:embed="rId2"/>
              <a:stretch>
                <a:fillRect l="-905" r="-905"/>
              </a:stretch>
            </a:blipFill>
          </p:spPr>
          <p:txBody>
            <a:bodyPr/>
            <a:lstStyle/>
            <a:p>
              <a:endParaRPr lang="vi-VN"/>
            </a:p>
          </p:txBody>
        </p:sp>
      </p:grpSp>
      <p:sp>
        <p:nvSpPr>
          <p:cNvPr id="4" name="AutoShape 4"/>
          <p:cNvSpPr/>
          <p:nvPr/>
        </p:nvSpPr>
        <p:spPr>
          <a:xfrm>
            <a:off x="0" y="666750"/>
            <a:ext cx="9296400" cy="0"/>
          </a:xfrm>
          <a:prstGeom prst="line">
            <a:avLst/>
          </a:prstGeom>
          <a:ln w="19050" cap="flat">
            <a:solidFill>
              <a:srgbClr val="0F3D91"/>
            </a:solidFill>
            <a:prstDash val="solid"/>
            <a:headEnd type="none" w="sm" len="sm"/>
            <a:tailEnd type="none" w="sm" len="sm"/>
          </a:ln>
        </p:spPr>
        <p:txBody>
          <a:bodyPr/>
          <a:lstStyle/>
          <a:p>
            <a:endParaRPr lang="vi-VN"/>
          </a:p>
        </p:txBody>
      </p:sp>
      <p:sp>
        <p:nvSpPr>
          <p:cNvPr id="5" name="AutoShape 5"/>
          <p:cNvSpPr/>
          <p:nvPr/>
        </p:nvSpPr>
        <p:spPr>
          <a:xfrm>
            <a:off x="0" y="9620250"/>
            <a:ext cx="9296400" cy="0"/>
          </a:xfrm>
          <a:prstGeom prst="line">
            <a:avLst/>
          </a:prstGeom>
          <a:ln w="19050" cap="flat">
            <a:solidFill>
              <a:srgbClr val="0F3D91"/>
            </a:solidFill>
            <a:prstDash val="solid"/>
            <a:headEnd type="none" w="sm" len="sm"/>
            <a:tailEnd type="none" w="sm" len="sm"/>
          </a:ln>
        </p:spPr>
        <p:txBody>
          <a:bodyPr/>
          <a:lstStyle/>
          <a:p>
            <a:endParaRPr lang="vi-VN"/>
          </a:p>
        </p:txBody>
      </p:sp>
      <p:sp>
        <p:nvSpPr>
          <p:cNvPr id="6" name="TextBox 6"/>
          <p:cNvSpPr txBox="1"/>
          <p:nvPr/>
        </p:nvSpPr>
        <p:spPr>
          <a:xfrm>
            <a:off x="666750" y="1743920"/>
            <a:ext cx="6886575" cy="2501265"/>
          </a:xfrm>
          <a:prstGeom prst="rect">
            <a:avLst/>
          </a:prstGeom>
        </p:spPr>
        <p:txBody>
          <a:bodyPr lIns="0" tIns="0" rIns="0" bIns="0" rtlCol="0" anchor="t">
            <a:spAutoFit/>
          </a:bodyPr>
          <a:lstStyle/>
          <a:p>
            <a:pPr marL="0" lvl="0" indent="0" algn="l">
              <a:lnSpc>
                <a:spcPts val="9600"/>
              </a:lnSpc>
            </a:pPr>
            <a:r>
              <a:rPr lang="en-US" sz="9600" spc="-192">
                <a:solidFill>
                  <a:srgbClr val="1877F2"/>
                </a:solidFill>
                <a:latin typeface="Noto Serif Display ExtraCondensed Light"/>
                <a:ea typeface="Noto Serif Display ExtraCondensed Light"/>
                <a:cs typeface="Noto Serif Display ExtraCondensed Light"/>
                <a:sym typeface="Noto Serif Display ExtraCondensed Light"/>
              </a:rPr>
              <a:t>Tổng Quan Dữ Liệu</a:t>
            </a:r>
          </a:p>
        </p:txBody>
      </p:sp>
      <p:sp>
        <p:nvSpPr>
          <p:cNvPr id="7" name="TextBox 7"/>
          <p:cNvSpPr txBox="1"/>
          <p:nvPr/>
        </p:nvSpPr>
        <p:spPr>
          <a:xfrm>
            <a:off x="666750" y="5327472"/>
            <a:ext cx="7334250" cy="1858779"/>
          </a:xfrm>
          <a:prstGeom prst="rect">
            <a:avLst/>
          </a:prstGeom>
        </p:spPr>
        <p:txBody>
          <a:bodyPr wrap="square" lIns="0" tIns="0" rIns="0" bIns="0" rtlCol="0" anchor="t">
            <a:spAutoFit/>
          </a:bodyPr>
          <a:lstStyle/>
          <a:p>
            <a:pPr marL="0" lvl="0" indent="0" algn="l">
              <a:lnSpc>
                <a:spcPts val="2879"/>
              </a:lnSpc>
            </a:pPr>
            <a:r>
              <a:rPr lang="en-US" sz="2400" u="none" strike="noStrike" dirty="0" err="1">
                <a:solidFill>
                  <a:srgbClr val="0F3D91"/>
                </a:solidFill>
                <a:latin typeface="HK Grotesk"/>
                <a:ea typeface="HK Grotesk"/>
                <a:cs typeface="HK Grotesk"/>
                <a:sym typeface="HK Grotesk"/>
              </a:rPr>
              <a:t>Dữ</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liệu</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được</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lấy</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từ</a:t>
            </a:r>
            <a:r>
              <a:rPr lang="en-US" sz="2400" u="none" strike="noStrike" dirty="0">
                <a:solidFill>
                  <a:srgbClr val="0F3D91"/>
                </a:solidFill>
                <a:latin typeface="HK Grotesk"/>
                <a:ea typeface="HK Grotesk"/>
                <a:cs typeface="HK Grotesk"/>
                <a:sym typeface="HK Grotesk"/>
              </a:rPr>
              <a:t> Kaggle, file bao </a:t>
            </a:r>
            <a:r>
              <a:rPr lang="en-US" sz="2400" u="none" strike="noStrike" dirty="0" err="1">
                <a:solidFill>
                  <a:srgbClr val="0F3D91"/>
                </a:solidFill>
                <a:latin typeface="HK Grotesk"/>
                <a:ea typeface="HK Grotesk"/>
                <a:cs typeface="HK Grotesk"/>
                <a:sym typeface="HK Grotesk"/>
              </a:rPr>
              <a:t>gồm</a:t>
            </a:r>
            <a:r>
              <a:rPr lang="en-US" sz="2400" u="none" strike="noStrike" dirty="0">
                <a:solidFill>
                  <a:srgbClr val="0F3D91"/>
                </a:solidFill>
                <a:latin typeface="HK Grotesk"/>
                <a:ea typeface="HK Grotesk"/>
                <a:cs typeface="HK Grotesk"/>
                <a:sym typeface="HK Grotesk"/>
              </a:rPr>
              <a:t> 99,003 </a:t>
            </a:r>
            <a:r>
              <a:rPr lang="en-US" sz="2400" u="none" strike="noStrike" dirty="0" err="1">
                <a:solidFill>
                  <a:srgbClr val="0F3D91"/>
                </a:solidFill>
                <a:latin typeface="HK Grotesk"/>
                <a:ea typeface="HK Grotesk"/>
                <a:cs typeface="HK Grotesk"/>
                <a:sym typeface="HK Grotesk"/>
              </a:rPr>
              <a:t>người</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dùng</a:t>
            </a:r>
            <a:r>
              <a:rPr lang="en-US" sz="2400" u="none" strike="noStrike" dirty="0">
                <a:solidFill>
                  <a:srgbClr val="0F3D91"/>
                </a:solidFill>
                <a:latin typeface="HK Grotesk"/>
                <a:ea typeface="HK Grotesk"/>
                <a:cs typeface="HK Grotesk"/>
                <a:sym typeface="HK Grotesk"/>
              </a:rPr>
              <a:t> Facebook, </a:t>
            </a:r>
            <a:r>
              <a:rPr lang="en-US" sz="2400" u="none" strike="noStrike" dirty="0" err="1">
                <a:solidFill>
                  <a:srgbClr val="0F3D91"/>
                </a:solidFill>
                <a:latin typeface="HK Grotesk"/>
                <a:ea typeface="HK Grotesk"/>
                <a:cs typeface="HK Grotesk"/>
                <a:sym typeface="HK Grotesk"/>
              </a:rPr>
              <a:t>với</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các</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biến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chính</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liên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quan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đến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nhân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khẩu</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học</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tài</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khoản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và</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mức</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độ</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tương</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tác</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Bộ</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dữ</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liệu</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này</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đã</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được</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làm</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sạch</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đảm</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bảo</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tính</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chính</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xác</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cho</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các</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phân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tích</a:t>
            </a:r>
            <a:r>
              <a:rPr lang="en-US" sz="2400" u="none" strike="noStrike" dirty="0">
                <a:solidFill>
                  <a:srgbClr val="0F3D91"/>
                </a:solidFill>
                <a:latin typeface="HK Grotesk"/>
                <a:ea typeface="HK Grotesk"/>
                <a:cs typeface="HK Grotesk"/>
                <a:sym typeface="HK Grotesk"/>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66750" y="5619750"/>
            <a:ext cx="4010025" cy="3161432"/>
            <a:chOff x="0" y="0"/>
            <a:chExt cx="5346700" cy="4215243"/>
          </a:xfrm>
        </p:grpSpPr>
        <p:sp>
          <p:nvSpPr>
            <p:cNvPr id="3" name="TextBox 3"/>
            <p:cNvSpPr txBox="1"/>
            <p:nvPr/>
          </p:nvSpPr>
          <p:spPr>
            <a:xfrm>
              <a:off x="0" y="0"/>
              <a:ext cx="5346700" cy="558800"/>
            </a:xfrm>
            <a:prstGeom prst="rect">
              <a:avLst/>
            </a:prstGeom>
          </p:spPr>
          <p:txBody>
            <a:bodyPr lIns="0" tIns="0" rIns="0" bIns="0" rtlCol="0" anchor="t">
              <a:spAutoFit/>
            </a:bodyPr>
            <a:lstStyle/>
            <a:p>
              <a:pPr marL="0" lvl="0" indent="0" algn="l">
                <a:lnSpc>
                  <a:spcPts val="3359"/>
                </a:lnSpc>
                <a:spcBef>
                  <a:spcPct val="0"/>
                </a:spcBef>
              </a:pPr>
              <a:r>
                <a:rPr lang="en-US" sz="2799" b="1" u="none" strike="noStrike">
                  <a:solidFill>
                    <a:srgbClr val="0F3D91"/>
                  </a:solidFill>
                  <a:latin typeface="HK Grotesk Semi-Bold"/>
                  <a:ea typeface="HK Grotesk Semi-Bold"/>
                  <a:cs typeface="HK Grotesk Semi-Bold"/>
                  <a:sym typeface="HK Grotesk Semi-Bold"/>
                </a:rPr>
                <a:t>Nhân khẩu học</a:t>
              </a:r>
            </a:p>
          </p:txBody>
        </p:sp>
        <p:sp>
          <p:nvSpPr>
            <p:cNvPr id="4" name="TextBox 4"/>
            <p:cNvSpPr txBox="1"/>
            <p:nvPr/>
          </p:nvSpPr>
          <p:spPr>
            <a:xfrm>
              <a:off x="0" y="1244600"/>
              <a:ext cx="5346700" cy="2970643"/>
            </a:xfrm>
            <a:prstGeom prst="rect">
              <a:avLst/>
            </a:prstGeom>
          </p:spPr>
          <p:txBody>
            <a:bodyPr lIns="0" tIns="0" rIns="0" bIns="0" rtlCol="0" anchor="t">
              <a:spAutoFit/>
            </a:bodyPr>
            <a:lstStyle/>
            <a:p>
              <a:pPr marL="0" lvl="0" indent="0" algn="l">
                <a:lnSpc>
                  <a:spcPts val="2879"/>
                </a:lnSpc>
                <a:spcBef>
                  <a:spcPct val="0"/>
                </a:spcBef>
              </a:pPr>
              <a:r>
                <a:rPr lang="en-US" sz="2400" u="none" strike="noStrike" dirty="0" err="1">
                  <a:solidFill>
                    <a:srgbClr val="0F3D91"/>
                  </a:solidFill>
                  <a:latin typeface="HK Grotesk"/>
                  <a:ea typeface="HK Grotesk"/>
                  <a:cs typeface="HK Grotesk"/>
                  <a:sym typeface="HK Grotesk"/>
                </a:rPr>
                <a:t>Dữ</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liệu</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nhân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khẩu</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học</a:t>
              </a:r>
              <a:r>
                <a:rPr lang="en-US" sz="2400" u="none" strike="noStrike" dirty="0">
                  <a:solidFill>
                    <a:srgbClr val="0F3D91"/>
                  </a:solidFill>
                  <a:latin typeface="HK Grotesk"/>
                  <a:ea typeface="HK Grotesk"/>
                  <a:cs typeface="HK Grotesk"/>
                  <a:sym typeface="HK Grotesk"/>
                </a:rPr>
                <a:t> bao </a:t>
              </a:r>
              <a:r>
                <a:rPr lang="en-US" sz="2400" u="none" strike="noStrike" dirty="0" err="1">
                  <a:solidFill>
                    <a:srgbClr val="0F3D91"/>
                  </a:solidFill>
                  <a:latin typeface="HK Grotesk"/>
                  <a:ea typeface="HK Grotesk"/>
                  <a:cs typeface="HK Grotesk"/>
                  <a:sym typeface="HK Grotesk"/>
                </a:rPr>
                <a:t>gồm</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các</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biến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như</a:t>
              </a:r>
              <a:r>
                <a:rPr lang="en-US" sz="2400" u="none" strike="noStrike" dirty="0">
                  <a:solidFill>
                    <a:srgbClr val="0F3D91"/>
                  </a:solidFill>
                  <a:latin typeface="HK Grotesk"/>
                  <a:ea typeface="HK Grotesk"/>
                  <a:cs typeface="HK Grotesk"/>
                  <a:sym typeface="HK Grotesk"/>
                </a:rPr>
                <a:t> </a:t>
              </a:r>
              <a:r>
                <a:rPr lang="en-US" sz="2400" b="1" u="none" strike="noStrike" dirty="0" err="1">
                  <a:solidFill>
                    <a:srgbClr val="0F3D91"/>
                  </a:solidFill>
                  <a:latin typeface="HK Grotesk"/>
                  <a:ea typeface="HK Grotesk"/>
                  <a:cs typeface="HK Grotesk"/>
                  <a:sym typeface="HK Grotesk"/>
                </a:rPr>
                <a:t>tuổi</a:t>
              </a:r>
              <a:r>
                <a:rPr lang="en-US" sz="2400" b="1" u="none" strike="noStrike" dirty="0">
                  <a:solidFill>
                    <a:srgbClr val="0F3D91"/>
                  </a:solidFill>
                  <a:latin typeface="HK Grotesk"/>
                  <a:ea typeface="HK Grotesk"/>
                  <a:cs typeface="HK Grotesk"/>
                  <a:sym typeface="HK Grotesk"/>
                </a:rPr>
                <a:t>, </a:t>
              </a:r>
              <a:r>
                <a:rPr lang="en-US" sz="2400" b="1" u="none" strike="noStrike" dirty="0" err="1">
                  <a:solidFill>
                    <a:srgbClr val="0F3D91"/>
                  </a:solidFill>
                  <a:latin typeface="HK Grotesk"/>
                  <a:ea typeface="HK Grotesk"/>
                  <a:cs typeface="HK Grotesk"/>
                  <a:sym typeface="HK Grotesk"/>
                </a:rPr>
                <a:t>giới</a:t>
              </a:r>
              <a:r>
                <a:rPr lang="en-US" sz="2400" b="1" u="none" strike="noStrike" dirty="0">
                  <a:solidFill>
                    <a:srgbClr val="0F3D91"/>
                  </a:solidFill>
                  <a:latin typeface="HK Grotesk"/>
                  <a:ea typeface="HK Grotesk"/>
                  <a:cs typeface="HK Grotesk"/>
                  <a:sym typeface="HK Grotesk"/>
                </a:rPr>
                <a:t> </a:t>
              </a:r>
              <a:r>
                <a:rPr lang="en-US" sz="2400" b="1" u="none" strike="noStrike" dirty="0" err="1">
                  <a:solidFill>
                    <a:srgbClr val="0F3D91"/>
                  </a:solidFill>
                  <a:latin typeface="HK Grotesk"/>
                  <a:ea typeface="HK Grotesk"/>
                  <a:cs typeface="HK Grotesk"/>
                  <a:sym typeface="HK Grotesk"/>
                </a:rPr>
                <a:t>tính</a:t>
              </a:r>
              <a:r>
                <a:rPr lang="en-US" sz="2400" b="1" u="none" strike="noStrike" dirty="0">
                  <a:solidFill>
                    <a:srgbClr val="0F3D91"/>
                  </a:solidFill>
                  <a:latin typeface="HK Grotesk"/>
                  <a:ea typeface="HK Grotesk"/>
                  <a:cs typeface="HK Grotesk"/>
                  <a:sym typeface="HK Grotesk"/>
                </a:rPr>
                <a:t>, </a:t>
              </a:r>
              <a:r>
                <a:rPr lang="en-US" sz="2400" b="1" u="none" strike="noStrike" dirty="0" err="1">
                  <a:solidFill>
                    <a:srgbClr val="0F3D91"/>
                  </a:solidFill>
                  <a:latin typeface="HK Grotesk"/>
                  <a:ea typeface="HK Grotesk"/>
                  <a:cs typeface="HK Grotesk"/>
                  <a:sym typeface="HK Grotesk"/>
                </a:rPr>
                <a:t>và</a:t>
              </a:r>
              <a:r>
                <a:rPr lang="en-US" sz="2400" b="1" u="none" strike="noStrike" dirty="0">
                  <a:solidFill>
                    <a:srgbClr val="0F3D91"/>
                  </a:solidFill>
                  <a:latin typeface="HK Grotesk"/>
                  <a:ea typeface="HK Grotesk"/>
                  <a:cs typeface="HK Grotesk"/>
                  <a:sym typeface="HK Grotesk"/>
                </a:rPr>
                <a:t> </a:t>
              </a:r>
              <a:r>
                <a:rPr lang="en-US" sz="2400" b="1" u="none" strike="noStrike" dirty="0" err="1">
                  <a:solidFill>
                    <a:srgbClr val="0F3D91"/>
                  </a:solidFill>
                  <a:latin typeface="HK Grotesk"/>
                  <a:ea typeface="HK Grotesk"/>
                  <a:cs typeface="HK Grotesk"/>
                  <a:sym typeface="HK Grotesk"/>
                </a:rPr>
                <a:t>ngày</a:t>
              </a:r>
              <a:r>
                <a:rPr lang="en-US" sz="2400" b="1" u="none" strike="noStrike" dirty="0">
                  <a:solidFill>
                    <a:srgbClr val="0F3D91"/>
                  </a:solidFill>
                  <a:latin typeface="HK Grotesk"/>
                  <a:ea typeface="HK Grotesk"/>
                  <a:cs typeface="HK Grotesk"/>
                  <a:sym typeface="HK Grotesk"/>
                </a:rPr>
                <a:t> </a:t>
              </a:r>
              <a:r>
                <a:rPr lang="en-US" sz="2400" b="1" u="none" strike="noStrike" dirty="0" err="1">
                  <a:solidFill>
                    <a:srgbClr val="0F3D91"/>
                  </a:solidFill>
                  <a:latin typeface="HK Grotesk"/>
                  <a:ea typeface="HK Grotesk"/>
                  <a:cs typeface="HK Grotesk"/>
                  <a:sym typeface="HK Grotesk"/>
                </a:rPr>
                <a:t>tháng</a:t>
              </a:r>
              <a:r>
                <a:rPr lang="en-US" sz="2400" b="1" u="none" strike="noStrike" dirty="0">
                  <a:solidFill>
                    <a:srgbClr val="0F3D91"/>
                  </a:solidFill>
                  <a:latin typeface="HK Grotesk"/>
                  <a:ea typeface="HK Grotesk"/>
                  <a:cs typeface="HK Grotesk"/>
                  <a:sym typeface="HK Grotesk"/>
                </a:rPr>
                <a:t> </a:t>
              </a:r>
              <a:r>
                <a:rPr lang="en-US" sz="2400" b="1" u="none" strike="noStrike" dirty="0" err="1">
                  <a:solidFill>
                    <a:srgbClr val="0F3D91"/>
                  </a:solidFill>
                  <a:latin typeface="HK Grotesk"/>
                  <a:ea typeface="HK Grotesk"/>
                  <a:cs typeface="HK Grotesk"/>
                  <a:sym typeface="HK Grotesk"/>
                </a:rPr>
                <a:t>sinh</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giúp</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phân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tích</a:t>
              </a:r>
              <a:r>
                <a:rPr lang="en-US" sz="2400" u="none" strike="noStrike" dirty="0">
                  <a:solidFill>
                    <a:srgbClr val="0F3D91"/>
                  </a:solidFill>
                  <a:latin typeface="HK Grotesk"/>
                  <a:ea typeface="HK Grotesk"/>
                  <a:cs typeface="HK Grotesk"/>
                  <a:sym typeface="HK Grotesk"/>
                </a:rPr>
                <a:t> </a:t>
              </a:r>
              <a:r>
                <a:rPr lang="en-US" sz="2400" b="1" u="none" strike="noStrike" dirty="0" err="1">
                  <a:solidFill>
                    <a:srgbClr val="0F3D91"/>
                  </a:solidFill>
                  <a:latin typeface="HK Grotesk Bold"/>
                  <a:ea typeface="HK Grotesk Bold"/>
                  <a:cs typeface="HK Grotesk Bold"/>
                  <a:sym typeface="HK Grotesk Bold"/>
                </a:rPr>
                <a:t>đặc</a:t>
              </a:r>
              <a:r>
                <a:rPr lang="en-US" sz="2400" b="1" u="none" strike="noStrike" dirty="0">
                  <a:solidFill>
                    <a:srgbClr val="0F3D91"/>
                  </a:solidFill>
                  <a:latin typeface="HK Grotesk Bold"/>
                  <a:ea typeface="HK Grotesk Bold"/>
                  <a:cs typeface="HK Grotesk Bold"/>
                  <a:sym typeface="HK Grotesk Bold"/>
                </a:rPr>
                <a:t> </a:t>
              </a:r>
              <a:r>
                <a:rPr lang="en-US" sz="2400" b="1" u="none" strike="noStrike" dirty="0" err="1">
                  <a:solidFill>
                    <a:srgbClr val="0F3D91"/>
                  </a:solidFill>
                  <a:latin typeface="HK Grotesk Bold"/>
                  <a:ea typeface="HK Grotesk Bold"/>
                  <a:cs typeface="HK Grotesk Bold"/>
                  <a:sym typeface="HK Grotesk Bold"/>
                </a:rPr>
                <a:t>điểm</a:t>
              </a:r>
              <a:r>
                <a:rPr lang="en-US" sz="2400" b="1" u="none" strike="noStrike" dirty="0">
                  <a:solidFill>
                    <a:srgbClr val="0F3D91"/>
                  </a:solidFill>
                  <a:latin typeface="HK Grotesk Bold"/>
                  <a:ea typeface="HK Grotesk Bold"/>
                  <a:cs typeface="HK Grotesk Bold"/>
                  <a:sym typeface="HK Grotesk Bold"/>
                </a:rPr>
                <a:t> </a:t>
              </a:r>
              <a:r>
                <a:rPr lang="en-US" sz="2400" b="1" u="none" strike="noStrike" dirty="0" err="1">
                  <a:solidFill>
                    <a:srgbClr val="0F3D91"/>
                  </a:solidFill>
                  <a:latin typeface="HK Grotesk Bold"/>
                  <a:ea typeface="HK Grotesk Bold"/>
                  <a:cs typeface="HK Grotesk Bold"/>
                  <a:sym typeface="HK Grotesk Bold"/>
                </a:rPr>
                <a:t>người</a:t>
              </a:r>
              <a:r>
                <a:rPr lang="en-US" sz="2400" b="1" u="none" strike="noStrike" dirty="0">
                  <a:solidFill>
                    <a:srgbClr val="0F3D91"/>
                  </a:solidFill>
                  <a:latin typeface="HK Grotesk Bold"/>
                  <a:ea typeface="HK Grotesk Bold"/>
                  <a:cs typeface="HK Grotesk Bold"/>
                  <a:sym typeface="HK Grotesk Bold"/>
                </a:rPr>
                <a:t> </a:t>
              </a:r>
              <a:r>
                <a:rPr lang="en-US" sz="2400" b="1" u="none" strike="noStrike" dirty="0" err="1">
                  <a:solidFill>
                    <a:srgbClr val="0F3D91"/>
                  </a:solidFill>
                  <a:latin typeface="HK Grotesk Bold"/>
                  <a:ea typeface="HK Grotesk Bold"/>
                  <a:cs typeface="HK Grotesk Bold"/>
                  <a:sym typeface="HK Grotesk Bold"/>
                </a:rPr>
                <a:t>dùng</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một</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cách</a:t>
              </a:r>
              <a:r>
                <a:rPr lang="en-US" sz="2400" u="none" strike="noStrike" dirty="0">
                  <a:solidFill>
                    <a:srgbClr val="0F3D91"/>
                  </a:solidFill>
                  <a:latin typeface="HK Grotesk"/>
                  <a:ea typeface="HK Grotesk"/>
                  <a:cs typeface="HK Grotesk"/>
                  <a:sym typeface="HK Grotesk"/>
                </a:rPr>
                <a:t> chi </a:t>
              </a:r>
              <a:r>
                <a:rPr lang="en-US" sz="2400" u="none" strike="noStrike" dirty="0" err="1">
                  <a:solidFill>
                    <a:srgbClr val="0F3D91"/>
                  </a:solidFill>
                  <a:latin typeface="HK Grotesk"/>
                  <a:ea typeface="HK Grotesk"/>
                  <a:cs typeface="HK Grotesk"/>
                  <a:sym typeface="HK Grotesk"/>
                </a:rPr>
                <a:t>tiết</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và</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chính</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xác</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hơn</a:t>
              </a:r>
              <a:r>
                <a:rPr lang="en-US" sz="2400" u="none" strike="noStrike" dirty="0">
                  <a:solidFill>
                    <a:srgbClr val="0F3D91"/>
                  </a:solidFill>
                  <a:latin typeface="HK Grotesk"/>
                  <a:ea typeface="HK Grotesk"/>
                  <a:cs typeface="HK Grotesk"/>
                  <a:sym typeface="HK Grotesk"/>
                </a:rPr>
                <a:t>.</a:t>
              </a:r>
            </a:p>
          </p:txBody>
        </p:sp>
      </p:grpSp>
      <p:grpSp>
        <p:nvGrpSpPr>
          <p:cNvPr id="5" name="Group 5"/>
          <p:cNvGrpSpPr/>
          <p:nvPr/>
        </p:nvGrpSpPr>
        <p:grpSpPr>
          <a:xfrm>
            <a:off x="6419850" y="5619750"/>
            <a:ext cx="4010025" cy="3190007"/>
            <a:chOff x="0" y="0"/>
            <a:chExt cx="5346700" cy="4253343"/>
          </a:xfrm>
        </p:grpSpPr>
        <p:sp>
          <p:nvSpPr>
            <p:cNvPr id="6" name="TextBox 6"/>
            <p:cNvSpPr txBox="1"/>
            <p:nvPr/>
          </p:nvSpPr>
          <p:spPr>
            <a:xfrm>
              <a:off x="0" y="0"/>
              <a:ext cx="5346700" cy="558800"/>
            </a:xfrm>
            <a:prstGeom prst="rect">
              <a:avLst/>
            </a:prstGeom>
          </p:spPr>
          <p:txBody>
            <a:bodyPr lIns="0" tIns="0" rIns="0" bIns="0" rtlCol="0" anchor="t">
              <a:spAutoFit/>
            </a:bodyPr>
            <a:lstStyle/>
            <a:p>
              <a:pPr marL="0" lvl="0" indent="0" algn="l">
                <a:lnSpc>
                  <a:spcPts val="3359"/>
                </a:lnSpc>
                <a:spcBef>
                  <a:spcPct val="0"/>
                </a:spcBef>
              </a:pPr>
              <a:r>
                <a:rPr lang="en-US" sz="2799" b="1" u="none" strike="noStrike">
                  <a:solidFill>
                    <a:srgbClr val="0F3D91"/>
                  </a:solidFill>
                  <a:latin typeface="HK Grotesk Semi-Bold"/>
                  <a:ea typeface="HK Grotesk Semi-Bold"/>
                  <a:cs typeface="HK Grotesk Semi-Bold"/>
                  <a:sym typeface="HK Grotesk Semi-Bold"/>
                </a:rPr>
                <a:t>Tài khoản</a:t>
              </a:r>
            </a:p>
          </p:txBody>
        </p:sp>
        <p:sp>
          <p:nvSpPr>
            <p:cNvPr id="7" name="TextBox 7"/>
            <p:cNvSpPr txBox="1"/>
            <p:nvPr/>
          </p:nvSpPr>
          <p:spPr>
            <a:xfrm>
              <a:off x="0" y="1282700"/>
              <a:ext cx="5346700" cy="2970643"/>
            </a:xfrm>
            <a:prstGeom prst="rect">
              <a:avLst/>
            </a:prstGeom>
          </p:spPr>
          <p:txBody>
            <a:bodyPr lIns="0" tIns="0" rIns="0" bIns="0" rtlCol="0" anchor="t">
              <a:spAutoFit/>
            </a:bodyPr>
            <a:lstStyle/>
            <a:p>
              <a:pPr marL="0" lvl="0" indent="0" algn="l">
                <a:lnSpc>
                  <a:spcPts val="2879"/>
                </a:lnSpc>
                <a:spcBef>
                  <a:spcPct val="0"/>
                </a:spcBef>
              </a:pPr>
              <a:r>
                <a:rPr lang="en-US" sz="2400" u="none" strike="noStrike" dirty="0">
                  <a:solidFill>
                    <a:srgbClr val="0F3D91"/>
                  </a:solidFill>
                  <a:latin typeface="HK Grotesk"/>
                  <a:ea typeface="HK Grotesk"/>
                  <a:cs typeface="HK Grotesk"/>
                  <a:sym typeface="HK Grotesk"/>
                </a:rPr>
                <a:t>Thông tin </a:t>
              </a:r>
              <a:r>
                <a:rPr lang="en-US" sz="2400" u="none" strike="noStrike" dirty="0" err="1">
                  <a:solidFill>
                    <a:srgbClr val="0F3D91"/>
                  </a:solidFill>
                  <a:latin typeface="HK Grotesk"/>
                  <a:ea typeface="HK Grotesk"/>
                  <a:cs typeface="HK Grotesk"/>
                  <a:sym typeface="HK Grotesk"/>
                </a:rPr>
                <a:t>về</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tài</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khoản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thông</a:t>
              </a:r>
              <a:r>
                <a:rPr lang="en-US" sz="2400" u="none" strike="noStrike" dirty="0">
                  <a:solidFill>
                    <a:srgbClr val="0F3D91"/>
                  </a:solidFill>
                  <a:latin typeface="HK Grotesk"/>
                  <a:ea typeface="HK Grotesk"/>
                  <a:cs typeface="HK Grotesk"/>
                  <a:sym typeface="HK Grotesk"/>
                </a:rPr>
                <a:t> qua </a:t>
              </a:r>
              <a:r>
                <a:rPr lang="en-US" sz="2400" b="1" u="none" strike="noStrike" dirty="0" err="1">
                  <a:solidFill>
                    <a:srgbClr val="0F3D91"/>
                  </a:solidFill>
                  <a:latin typeface="HK Grotesk"/>
                  <a:ea typeface="HK Grotesk"/>
                  <a:cs typeface="HK Grotesk"/>
                  <a:sym typeface="HK Grotesk"/>
                </a:rPr>
                <a:t>thời</a:t>
              </a:r>
              <a:r>
                <a:rPr lang="en-US" sz="2400" b="1" u="none" strike="noStrike" dirty="0">
                  <a:solidFill>
                    <a:srgbClr val="0F3D91"/>
                  </a:solidFill>
                  <a:latin typeface="HK Grotesk"/>
                  <a:ea typeface="HK Grotesk"/>
                  <a:cs typeface="HK Grotesk"/>
                  <a:sym typeface="HK Grotesk"/>
                </a:rPr>
                <a:t> </a:t>
              </a:r>
              <a:r>
                <a:rPr lang="en-US" sz="2400" b="1" u="none" strike="noStrike" dirty="0" err="1">
                  <a:solidFill>
                    <a:srgbClr val="0F3D91"/>
                  </a:solidFill>
                  <a:latin typeface="HK Grotesk"/>
                  <a:ea typeface="HK Grotesk"/>
                  <a:cs typeface="HK Grotesk"/>
                  <a:sym typeface="HK Grotesk"/>
                </a:rPr>
                <a:t>gian</a:t>
              </a:r>
              <a:r>
                <a:rPr lang="en-US" sz="2400" b="1" u="none" strike="noStrike" dirty="0">
                  <a:solidFill>
                    <a:srgbClr val="0F3D91"/>
                  </a:solidFill>
                  <a:latin typeface="HK Grotesk"/>
                  <a:ea typeface="HK Grotesk"/>
                  <a:cs typeface="HK Grotesk"/>
                  <a:sym typeface="HK Grotesk"/>
                </a:rPr>
                <a:t> </a:t>
              </a:r>
              <a:r>
                <a:rPr lang="en-US" sz="2400" b="1" u="none" strike="noStrike" dirty="0" err="1">
                  <a:solidFill>
                    <a:srgbClr val="0F3D91"/>
                  </a:solidFill>
                  <a:latin typeface="HK Grotesk"/>
                  <a:ea typeface="HK Grotesk"/>
                  <a:cs typeface="HK Grotesk"/>
                  <a:sym typeface="HK Grotesk"/>
                </a:rPr>
                <a:t>sử</a:t>
              </a:r>
              <a:r>
                <a:rPr lang="en-US" sz="2400" b="1" u="none" strike="noStrike" dirty="0">
                  <a:solidFill>
                    <a:srgbClr val="0F3D91"/>
                  </a:solidFill>
                  <a:latin typeface="HK Grotesk"/>
                  <a:ea typeface="HK Grotesk"/>
                  <a:cs typeface="HK Grotesk"/>
                  <a:sym typeface="HK Grotesk"/>
                </a:rPr>
                <a:t> </a:t>
              </a:r>
              <a:r>
                <a:rPr lang="en-US" sz="2400" b="1" u="none" strike="noStrike" dirty="0" err="1">
                  <a:solidFill>
                    <a:srgbClr val="0F3D91"/>
                  </a:solidFill>
                  <a:latin typeface="HK Grotesk"/>
                  <a:ea typeface="HK Grotesk"/>
                  <a:cs typeface="HK Grotesk"/>
                  <a:sym typeface="HK Grotesk"/>
                </a:rPr>
                <a:t>dụng</a:t>
              </a:r>
              <a:r>
                <a:rPr lang="en-US" sz="2400" b="1" u="none" strike="noStrike" dirty="0">
                  <a:solidFill>
                    <a:srgbClr val="0F3D91"/>
                  </a:solidFill>
                  <a:latin typeface="HK Grotesk"/>
                  <a:ea typeface="HK Grotesk"/>
                  <a:cs typeface="HK Grotesk"/>
                  <a:sym typeface="HK Grotesk"/>
                </a:rPr>
                <a:t> </a:t>
              </a:r>
              <a:r>
                <a:rPr lang="en-US" sz="2400" b="1" u="none" strike="noStrike" dirty="0" err="1">
                  <a:solidFill>
                    <a:srgbClr val="0F3D91"/>
                  </a:solidFill>
                  <a:latin typeface="HK Grotesk"/>
                  <a:ea typeface="HK Grotesk"/>
                  <a:cs typeface="HK Grotesk"/>
                  <a:sym typeface="HK Grotesk"/>
                </a:rPr>
                <a:t>nền</a:t>
              </a:r>
              <a:r>
                <a:rPr lang="en-US" sz="2400" b="1" u="none" strike="noStrike" dirty="0">
                  <a:solidFill>
                    <a:srgbClr val="0F3D91"/>
                  </a:solidFill>
                  <a:latin typeface="HK Grotesk"/>
                  <a:ea typeface="HK Grotesk"/>
                  <a:cs typeface="HK Grotesk"/>
                  <a:sym typeface="HK Grotesk"/>
                </a:rPr>
                <a:t> </a:t>
              </a:r>
              <a:r>
                <a:rPr lang="en-US" sz="2400" b="1" u="none" strike="noStrike" dirty="0" err="1">
                  <a:solidFill>
                    <a:srgbClr val="0F3D91"/>
                  </a:solidFill>
                  <a:latin typeface="HK Grotesk"/>
                  <a:ea typeface="HK Grotesk"/>
                  <a:cs typeface="HK Grotesk"/>
                  <a:sym typeface="HK Grotesk"/>
                </a:rPr>
                <a:t>tảng</a:t>
              </a:r>
              <a:r>
                <a:rPr lang="en-US" sz="2400" b="1"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từ</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đó</a:t>
              </a:r>
              <a:r>
                <a:rPr lang="en-US" sz="2400"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cho</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phép</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đánh</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giá</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hành</a:t>
              </a:r>
              <a:r>
                <a:rPr lang="en-US" sz="2400" u="none" strike="noStrike" dirty="0">
                  <a:solidFill>
                    <a:srgbClr val="0F3D91"/>
                  </a:solidFill>
                  <a:latin typeface="HK Grotesk"/>
                  <a:ea typeface="HK Grotesk"/>
                  <a:cs typeface="HK Grotesk"/>
                  <a:sym typeface="HK Grotesk"/>
                </a:rPr>
                <a:t> vi </a:t>
              </a:r>
              <a:r>
                <a:rPr lang="en-US" sz="2400" u="none" strike="noStrike" dirty="0" err="1">
                  <a:solidFill>
                    <a:srgbClr val="0F3D91"/>
                  </a:solidFill>
                  <a:latin typeface="HK Grotesk"/>
                  <a:ea typeface="HK Grotesk"/>
                  <a:cs typeface="HK Grotesk"/>
                  <a:sym typeface="HK Grotesk"/>
                </a:rPr>
                <a:t>truy</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cập</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và</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tầm</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quan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trọng</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của</a:t>
              </a:r>
              <a:r>
                <a:rPr lang="en-US" sz="2400" u="none" strike="noStrike" dirty="0">
                  <a:solidFill>
                    <a:srgbClr val="0F3D91"/>
                  </a:solidFill>
                  <a:latin typeface="HK Grotesk"/>
                  <a:ea typeface="HK Grotesk"/>
                  <a:cs typeface="HK Grotesk"/>
                  <a:sym typeface="HK Grotesk"/>
                </a:rPr>
                <a:t> </a:t>
              </a:r>
              <a:r>
                <a:rPr lang="en-US" sz="2400" b="1" u="none" strike="noStrike" dirty="0" err="1">
                  <a:solidFill>
                    <a:srgbClr val="0F3D91"/>
                  </a:solidFill>
                  <a:latin typeface="HK Grotesk Bold"/>
                  <a:ea typeface="HK Grotesk Bold"/>
                  <a:cs typeface="HK Grotesk Bold"/>
                  <a:sym typeface="HK Grotesk Bold"/>
                </a:rPr>
                <a:t>mạng</a:t>
              </a:r>
              <a:r>
                <a:rPr lang="en-US" sz="2400" b="1" u="none" strike="noStrike" dirty="0">
                  <a:solidFill>
                    <a:srgbClr val="0F3D91"/>
                  </a:solidFill>
                  <a:latin typeface="HK Grotesk Bold"/>
                  <a:ea typeface="HK Grotesk Bold"/>
                  <a:cs typeface="HK Grotesk Bold"/>
                  <a:sym typeface="HK Grotesk Bold"/>
                </a:rPr>
                <a:t> </a:t>
              </a:r>
              <a:r>
                <a:rPr lang="en-US" sz="2400" b="1" u="none" strike="noStrike" dirty="0" err="1">
                  <a:solidFill>
                    <a:srgbClr val="0F3D91"/>
                  </a:solidFill>
                  <a:latin typeface="HK Grotesk Bold"/>
                  <a:ea typeface="HK Grotesk Bold"/>
                  <a:cs typeface="HK Grotesk Bold"/>
                  <a:sym typeface="HK Grotesk Bold"/>
                </a:rPr>
                <a:t>lưới</a:t>
              </a:r>
              <a:r>
                <a:rPr lang="en-US" sz="2400" b="1" u="none" strike="noStrike" dirty="0">
                  <a:solidFill>
                    <a:srgbClr val="0F3D91"/>
                  </a:solidFill>
                  <a:latin typeface="HK Grotesk Bold"/>
                  <a:ea typeface="HK Grotesk Bold"/>
                  <a:cs typeface="HK Grotesk Bold"/>
                  <a:sym typeface="HK Grotesk Bold"/>
                </a:rPr>
                <a:t> </a:t>
              </a:r>
              <a:r>
                <a:rPr lang="en-US" sz="2400" b="1" u="none" strike="noStrike" dirty="0" err="1">
                  <a:solidFill>
                    <a:srgbClr val="0F3D91"/>
                  </a:solidFill>
                  <a:latin typeface="HK Grotesk Bold"/>
                  <a:ea typeface="HK Grotesk Bold"/>
                  <a:cs typeface="HK Grotesk Bold"/>
                  <a:sym typeface="HK Grotesk Bold"/>
                </a:rPr>
                <a:t>bạn</a:t>
              </a:r>
              <a:r>
                <a:rPr lang="en-US" sz="2400" b="1" u="none" strike="noStrike" dirty="0">
                  <a:solidFill>
                    <a:srgbClr val="0F3D91"/>
                  </a:solidFill>
                  <a:latin typeface="HK Grotesk Bold"/>
                  <a:ea typeface="HK Grotesk Bold"/>
                  <a:cs typeface="HK Grotesk Bold"/>
                  <a:sym typeface="HK Grotesk Bold"/>
                </a:rPr>
                <a:t> </a:t>
              </a:r>
              <a:r>
                <a:rPr lang="en-US" sz="2400" b="1" u="none" strike="noStrike" dirty="0" err="1">
                  <a:solidFill>
                    <a:srgbClr val="0F3D91"/>
                  </a:solidFill>
                  <a:latin typeface="HK Grotesk Bold"/>
                  <a:ea typeface="HK Grotesk Bold"/>
                  <a:cs typeface="HK Grotesk Bold"/>
                  <a:sym typeface="HK Grotesk Bold"/>
                </a:rPr>
                <a:t>bè</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trong</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trải</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nghiệm</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người</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dùng</a:t>
              </a:r>
              <a:r>
                <a:rPr lang="en-US" sz="2400" u="none" strike="noStrike" dirty="0">
                  <a:solidFill>
                    <a:srgbClr val="0F3D91"/>
                  </a:solidFill>
                  <a:latin typeface="HK Grotesk"/>
                  <a:ea typeface="HK Grotesk"/>
                  <a:cs typeface="HK Grotesk"/>
                  <a:sym typeface="HK Grotesk"/>
                </a:rPr>
                <a:t>.</a:t>
              </a:r>
            </a:p>
          </p:txBody>
        </p:sp>
      </p:grpSp>
      <p:grpSp>
        <p:nvGrpSpPr>
          <p:cNvPr id="8" name="Group 8"/>
          <p:cNvGrpSpPr/>
          <p:nvPr/>
        </p:nvGrpSpPr>
        <p:grpSpPr>
          <a:xfrm>
            <a:off x="12172950" y="5619750"/>
            <a:ext cx="4010025" cy="2743200"/>
            <a:chOff x="0" y="0"/>
            <a:chExt cx="5346700" cy="3657600"/>
          </a:xfrm>
        </p:grpSpPr>
        <p:sp>
          <p:nvSpPr>
            <p:cNvPr id="9" name="TextBox 9"/>
            <p:cNvSpPr txBox="1"/>
            <p:nvPr/>
          </p:nvSpPr>
          <p:spPr>
            <a:xfrm>
              <a:off x="0" y="0"/>
              <a:ext cx="5346700" cy="558800"/>
            </a:xfrm>
            <a:prstGeom prst="rect">
              <a:avLst/>
            </a:prstGeom>
          </p:spPr>
          <p:txBody>
            <a:bodyPr lIns="0" tIns="0" rIns="0" bIns="0" rtlCol="0" anchor="t">
              <a:spAutoFit/>
            </a:bodyPr>
            <a:lstStyle/>
            <a:p>
              <a:pPr marL="0" lvl="0" indent="0" algn="l">
                <a:lnSpc>
                  <a:spcPts val="3359"/>
                </a:lnSpc>
                <a:spcBef>
                  <a:spcPct val="0"/>
                </a:spcBef>
              </a:pPr>
              <a:r>
                <a:rPr lang="en-US" sz="2799" b="1" u="none" strike="noStrike">
                  <a:solidFill>
                    <a:srgbClr val="0F3D91"/>
                  </a:solidFill>
                  <a:latin typeface="HK Grotesk Semi-Bold"/>
                  <a:ea typeface="HK Grotesk Semi-Bold"/>
                  <a:cs typeface="HK Grotesk Semi-Bold"/>
                  <a:sym typeface="HK Grotesk Semi-Bold"/>
                </a:rPr>
                <a:t>Tương tác Likes</a:t>
              </a:r>
            </a:p>
          </p:txBody>
        </p:sp>
        <p:sp>
          <p:nvSpPr>
            <p:cNvPr id="10" name="TextBox 10"/>
            <p:cNvSpPr txBox="1"/>
            <p:nvPr/>
          </p:nvSpPr>
          <p:spPr>
            <a:xfrm>
              <a:off x="0" y="1244600"/>
              <a:ext cx="5346700" cy="2413000"/>
            </a:xfrm>
            <a:prstGeom prst="rect">
              <a:avLst/>
            </a:prstGeom>
          </p:spPr>
          <p:txBody>
            <a:bodyPr lIns="0" tIns="0" rIns="0" bIns="0" rtlCol="0" anchor="t">
              <a:spAutoFit/>
            </a:bodyPr>
            <a:lstStyle/>
            <a:p>
              <a:pPr marL="0" lvl="0" indent="0" algn="l">
                <a:lnSpc>
                  <a:spcPts val="2879"/>
                </a:lnSpc>
                <a:spcBef>
                  <a:spcPct val="0"/>
                </a:spcBef>
              </a:pPr>
              <a:r>
                <a:rPr lang="en-US" sz="2400" u="none" strike="noStrike">
                  <a:solidFill>
                    <a:srgbClr val="0F3D91"/>
                  </a:solidFill>
                  <a:latin typeface="HK Grotesk"/>
                  <a:ea typeface="HK Grotesk"/>
                  <a:cs typeface="HK Grotesk"/>
                  <a:sym typeface="HK Grotesk"/>
                </a:rPr>
                <a:t>Các biến tương tác như lượt thích, lượt thích nhận được từ nhiều nguồn, giúp hiểu rõ hơn về </a:t>
              </a:r>
              <a:r>
                <a:rPr lang="en-US" sz="2400" b="1" u="none" strike="noStrike">
                  <a:solidFill>
                    <a:srgbClr val="0F3D91"/>
                  </a:solidFill>
                  <a:latin typeface="HK Grotesk Bold"/>
                  <a:ea typeface="HK Grotesk Bold"/>
                  <a:cs typeface="HK Grotesk Bold"/>
                  <a:sym typeface="HK Grotesk Bold"/>
                </a:rPr>
                <a:t>mức độ tham gia</a:t>
              </a:r>
              <a:r>
                <a:rPr lang="en-US" sz="2400" u="none" strike="noStrike">
                  <a:solidFill>
                    <a:srgbClr val="0F3D91"/>
                  </a:solidFill>
                  <a:latin typeface="HK Grotesk"/>
                  <a:ea typeface="HK Grotesk"/>
                  <a:cs typeface="HK Grotesk"/>
                  <a:sym typeface="HK Grotesk"/>
                </a:rPr>
                <a:t> của người dùng trên nền tảng Facebook.</a:t>
              </a:r>
            </a:p>
          </p:txBody>
        </p:sp>
      </p:grpSp>
      <p:grpSp>
        <p:nvGrpSpPr>
          <p:cNvPr id="11" name="Group 11"/>
          <p:cNvGrpSpPr/>
          <p:nvPr/>
        </p:nvGrpSpPr>
        <p:grpSpPr>
          <a:xfrm>
            <a:off x="666750" y="1562100"/>
            <a:ext cx="16954500" cy="2209800"/>
            <a:chOff x="0" y="0"/>
            <a:chExt cx="22606000" cy="2946400"/>
          </a:xfrm>
        </p:grpSpPr>
        <p:sp>
          <p:nvSpPr>
            <p:cNvPr id="12" name="TextBox 12"/>
            <p:cNvSpPr txBox="1"/>
            <p:nvPr/>
          </p:nvSpPr>
          <p:spPr>
            <a:xfrm>
              <a:off x="0" y="180975"/>
              <a:ext cx="22606000" cy="1769745"/>
            </a:xfrm>
            <a:prstGeom prst="rect">
              <a:avLst/>
            </a:prstGeom>
          </p:spPr>
          <p:txBody>
            <a:bodyPr lIns="0" tIns="0" rIns="0" bIns="0" rtlCol="0" anchor="t">
              <a:spAutoFit/>
            </a:bodyPr>
            <a:lstStyle/>
            <a:p>
              <a:pPr marL="0" lvl="0" indent="0" algn="l">
                <a:lnSpc>
                  <a:spcPts val="9600"/>
                </a:lnSpc>
              </a:pPr>
              <a:r>
                <a:rPr lang="en-US" sz="9600" spc="-192">
                  <a:solidFill>
                    <a:srgbClr val="1877F2"/>
                  </a:solidFill>
                  <a:latin typeface="Noto Serif Display ExtraCondensed Light"/>
                  <a:ea typeface="Noto Serif Display ExtraCondensed Light"/>
                  <a:cs typeface="Noto Serif Display ExtraCondensed Light"/>
                  <a:sym typeface="Noto Serif Display ExtraCondensed Light"/>
                </a:rPr>
                <a:t>Tổng Quan Dữ Liệu</a:t>
              </a:r>
            </a:p>
          </p:txBody>
        </p:sp>
        <p:sp>
          <p:nvSpPr>
            <p:cNvPr id="13" name="TextBox 13"/>
            <p:cNvSpPr txBox="1"/>
            <p:nvPr/>
          </p:nvSpPr>
          <p:spPr>
            <a:xfrm>
              <a:off x="0" y="2387600"/>
              <a:ext cx="226060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0F3D91"/>
                  </a:solidFill>
                  <a:latin typeface="HK Grotesk Semi-Bold"/>
                  <a:ea typeface="HK Grotesk Semi-Bold"/>
                  <a:cs typeface="HK Grotesk Semi-Bold"/>
                  <a:sym typeface="HK Grotesk Semi-Bold"/>
                </a:rPr>
                <a:t>Thông tin về biến số chính</a:t>
              </a:r>
            </a:p>
          </p:txBody>
        </p:sp>
      </p:grpSp>
      <p:sp>
        <p:nvSpPr>
          <p:cNvPr id="14" name="AutoShape 14"/>
          <p:cNvSpPr/>
          <p:nvPr/>
        </p:nvSpPr>
        <p:spPr>
          <a:xfrm>
            <a:off x="0" y="676275"/>
            <a:ext cx="18288000" cy="0"/>
          </a:xfrm>
          <a:prstGeom prst="line">
            <a:avLst/>
          </a:prstGeom>
          <a:ln w="19050" cap="flat">
            <a:solidFill>
              <a:srgbClr val="0F3D91"/>
            </a:solidFill>
            <a:prstDash val="solid"/>
            <a:headEnd type="none" w="sm" len="sm"/>
            <a:tailEnd type="none" w="sm" len="sm"/>
          </a:ln>
        </p:spPr>
        <p:txBody>
          <a:bodyPr/>
          <a:lstStyle/>
          <a:p>
            <a:endParaRPr lang="vi-VN"/>
          </a:p>
        </p:txBody>
      </p:sp>
      <p:sp>
        <p:nvSpPr>
          <p:cNvPr id="15" name="AutoShape 15"/>
          <p:cNvSpPr/>
          <p:nvPr/>
        </p:nvSpPr>
        <p:spPr>
          <a:xfrm>
            <a:off x="0" y="9629775"/>
            <a:ext cx="18288000" cy="0"/>
          </a:xfrm>
          <a:prstGeom prst="line">
            <a:avLst/>
          </a:prstGeom>
          <a:ln w="19050" cap="flat">
            <a:solidFill>
              <a:srgbClr val="0F3D91"/>
            </a:solidFill>
            <a:prstDash val="solid"/>
            <a:headEnd type="none" w="sm" len="sm"/>
            <a:tailEnd type="none" w="sm" len="sm"/>
          </a:ln>
        </p:spPr>
        <p:txBody>
          <a:bodyPr/>
          <a:lstStyle/>
          <a:p>
            <a:endParaRPr lang="vi-V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676275"/>
            <a:ext cx="12172950" cy="0"/>
          </a:xfrm>
          <a:prstGeom prst="line">
            <a:avLst/>
          </a:prstGeom>
          <a:ln w="19050" cap="flat">
            <a:solidFill>
              <a:srgbClr val="0F3D91"/>
            </a:solidFill>
            <a:prstDash val="solid"/>
            <a:headEnd type="none" w="sm" len="sm"/>
            <a:tailEnd type="none" w="sm" len="sm"/>
          </a:ln>
        </p:spPr>
        <p:txBody>
          <a:bodyPr/>
          <a:lstStyle/>
          <a:p>
            <a:endParaRPr lang="vi-VN"/>
          </a:p>
        </p:txBody>
      </p:sp>
      <p:sp>
        <p:nvSpPr>
          <p:cNvPr id="3" name="AutoShape 3"/>
          <p:cNvSpPr/>
          <p:nvPr/>
        </p:nvSpPr>
        <p:spPr>
          <a:xfrm>
            <a:off x="0" y="9629775"/>
            <a:ext cx="12172950" cy="0"/>
          </a:xfrm>
          <a:prstGeom prst="line">
            <a:avLst/>
          </a:prstGeom>
          <a:ln w="19050" cap="flat">
            <a:solidFill>
              <a:srgbClr val="0F3D91"/>
            </a:solidFill>
            <a:prstDash val="solid"/>
            <a:headEnd type="none" w="sm" len="sm"/>
            <a:tailEnd type="none" w="sm" len="sm"/>
          </a:ln>
        </p:spPr>
        <p:txBody>
          <a:bodyPr/>
          <a:lstStyle/>
          <a:p>
            <a:endParaRPr lang="vi-VN"/>
          </a:p>
        </p:txBody>
      </p:sp>
      <p:grpSp>
        <p:nvGrpSpPr>
          <p:cNvPr id="4" name="Group 4"/>
          <p:cNvGrpSpPr/>
          <p:nvPr/>
        </p:nvGrpSpPr>
        <p:grpSpPr>
          <a:xfrm>
            <a:off x="6317347" y="1562945"/>
            <a:ext cx="11970653" cy="6997337"/>
            <a:chOff x="0" y="0"/>
            <a:chExt cx="2726456" cy="1593725"/>
          </a:xfrm>
        </p:grpSpPr>
        <p:sp>
          <p:nvSpPr>
            <p:cNvPr id="5" name="Freeform 5"/>
            <p:cNvSpPr/>
            <p:nvPr/>
          </p:nvSpPr>
          <p:spPr>
            <a:xfrm>
              <a:off x="0" y="0"/>
              <a:ext cx="2726456" cy="1593725"/>
            </a:xfrm>
            <a:custGeom>
              <a:avLst/>
              <a:gdLst/>
              <a:ahLst/>
              <a:cxnLst/>
              <a:rect l="l" t="t" r="r" b="b"/>
              <a:pathLst>
                <a:path w="2726456" h="1593725">
                  <a:moveTo>
                    <a:pt x="0" y="0"/>
                  </a:moveTo>
                  <a:lnTo>
                    <a:pt x="2726456" y="0"/>
                  </a:lnTo>
                  <a:lnTo>
                    <a:pt x="2726456" y="1593725"/>
                  </a:lnTo>
                  <a:lnTo>
                    <a:pt x="0" y="1593725"/>
                  </a:lnTo>
                  <a:close/>
                </a:path>
              </a:pathLst>
            </a:custGeom>
            <a:blipFill>
              <a:blip r:embed="rId2"/>
              <a:stretch>
                <a:fillRect t="-787" b="-787"/>
              </a:stretch>
            </a:blipFill>
          </p:spPr>
          <p:txBody>
            <a:bodyPr/>
            <a:lstStyle/>
            <a:p>
              <a:endParaRPr lang="vi-VN"/>
            </a:p>
          </p:txBody>
        </p:sp>
      </p:grpSp>
      <p:sp>
        <p:nvSpPr>
          <p:cNvPr id="6" name="TextBox 6"/>
          <p:cNvSpPr txBox="1"/>
          <p:nvPr/>
        </p:nvSpPr>
        <p:spPr>
          <a:xfrm>
            <a:off x="666750" y="1743920"/>
            <a:ext cx="5448300" cy="2501265"/>
          </a:xfrm>
          <a:prstGeom prst="rect">
            <a:avLst/>
          </a:prstGeom>
        </p:spPr>
        <p:txBody>
          <a:bodyPr lIns="0" tIns="0" rIns="0" bIns="0" rtlCol="0" anchor="t">
            <a:spAutoFit/>
          </a:bodyPr>
          <a:lstStyle/>
          <a:p>
            <a:pPr marL="0" lvl="0" indent="0" algn="l">
              <a:lnSpc>
                <a:spcPts val="9600"/>
              </a:lnSpc>
            </a:pPr>
            <a:r>
              <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rPr>
              <a:t>1.Phân </a:t>
            </a:r>
            <a:r>
              <a:rPr lang="en-US" sz="9600" spc="-192" dirty="0" err="1">
                <a:solidFill>
                  <a:srgbClr val="1877F2"/>
                </a:solidFill>
                <a:latin typeface="Noto Serif Display ExtraCondensed Light"/>
                <a:ea typeface="Noto Serif Display ExtraCondensed Light"/>
                <a:cs typeface="Noto Serif Display ExtraCondensed Light"/>
                <a:sym typeface="Noto Serif Display ExtraCondensed Light"/>
              </a:rPr>
              <a:t>Bố</a:t>
            </a:r>
            <a:r>
              <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rPr>
              <a:t> </a:t>
            </a:r>
            <a:r>
              <a:rPr lang="en-US" sz="9600" spc="-192" dirty="0" err="1">
                <a:solidFill>
                  <a:srgbClr val="1877F2"/>
                </a:solidFill>
                <a:latin typeface="Noto Serif Display ExtraCondensed Light"/>
                <a:ea typeface="Noto Serif Display ExtraCondensed Light"/>
                <a:cs typeface="Noto Serif Display ExtraCondensed Light"/>
                <a:sym typeface="Noto Serif Display ExtraCondensed Light"/>
              </a:rPr>
              <a:t>Độ</a:t>
            </a:r>
            <a:r>
              <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rPr>
              <a:t> </a:t>
            </a:r>
            <a:r>
              <a:rPr lang="en-US" sz="9600" spc="-192" dirty="0" err="1">
                <a:solidFill>
                  <a:srgbClr val="1877F2"/>
                </a:solidFill>
                <a:latin typeface="Noto Serif Display ExtraCondensed Light"/>
                <a:ea typeface="Noto Serif Display ExtraCondensed Light"/>
                <a:cs typeface="Noto Serif Display ExtraCondensed Light"/>
                <a:sym typeface="Noto Serif Display ExtraCondensed Light"/>
              </a:rPr>
              <a:t>Tuổi</a:t>
            </a:r>
            <a:endPar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endParaRPr>
          </a:p>
        </p:txBody>
      </p:sp>
      <p:grpSp>
        <p:nvGrpSpPr>
          <p:cNvPr id="7" name="Group 7"/>
          <p:cNvGrpSpPr/>
          <p:nvPr/>
        </p:nvGrpSpPr>
        <p:grpSpPr>
          <a:xfrm>
            <a:off x="638175" y="5599401"/>
            <a:ext cx="5476875" cy="2103884"/>
            <a:chOff x="-38100" y="-1779732"/>
            <a:chExt cx="7302500" cy="2805178"/>
          </a:xfrm>
        </p:grpSpPr>
        <p:sp>
          <p:nvSpPr>
            <p:cNvPr id="8" name="TextBox 8"/>
            <p:cNvSpPr txBox="1"/>
            <p:nvPr/>
          </p:nvSpPr>
          <p:spPr>
            <a:xfrm>
              <a:off x="-38100" y="-1779732"/>
              <a:ext cx="7264400" cy="558800"/>
            </a:xfrm>
            <a:prstGeom prst="rect">
              <a:avLst/>
            </a:prstGeom>
          </p:spPr>
          <p:txBody>
            <a:bodyPr lIns="0" tIns="0" rIns="0" bIns="0" rtlCol="0" anchor="t">
              <a:spAutoFit/>
            </a:bodyPr>
            <a:lstStyle/>
            <a:p>
              <a:pPr marL="0" lvl="0" indent="0" algn="l">
                <a:lnSpc>
                  <a:spcPts val="3359"/>
                </a:lnSpc>
              </a:pPr>
              <a:r>
                <a:rPr lang="en-US" sz="2799" b="1" u="none" strike="noStrike" dirty="0" err="1">
                  <a:solidFill>
                    <a:srgbClr val="0F3D91"/>
                  </a:solidFill>
                  <a:latin typeface="HK Grotesk Semi-Bold"/>
                  <a:ea typeface="HK Grotesk Semi-Bold"/>
                  <a:cs typeface="HK Grotesk Semi-Bold"/>
                  <a:sym typeface="HK Grotesk Semi-Bold"/>
                </a:rPr>
                <a:t>Tình</a:t>
              </a:r>
              <a:r>
                <a:rPr lang="en-US" sz="2799" b="1" u="none" strike="noStrike" dirty="0">
                  <a:solidFill>
                    <a:srgbClr val="0F3D91"/>
                  </a:solidFill>
                  <a:latin typeface="HK Grotesk Semi-Bold"/>
                  <a:ea typeface="HK Grotesk Semi-Bold"/>
                  <a:cs typeface="HK Grotesk Semi-Bold"/>
                  <a:sym typeface="HK Grotesk Semi-Bold"/>
                </a:rPr>
                <a:t> </a:t>
              </a:r>
              <a:r>
                <a:rPr lang="en-US" sz="2799" b="1" u="none" strike="noStrike" dirty="0" err="1">
                  <a:solidFill>
                    <a:srgbClr val="0F3D91"/>
                  </a:solidFill>
                  <a:latin typeface="HK Grotesk Semi-Bold"/>
                  <a:ea typeface="HK Grotesk Semi-Bold"/>
                  <a:cs typeface="HK Grotesk Semi-Bold"/>
                  <a:sym typeface="HK Grotesk Semi-Bold"/>
                </a:rPr>
                <a:t>hình</a:t>
              </a:r>
              <a:r>
                <a:rPr lang="en-US" sz="2799" b="1" u="none" strike="noStrike" dirty="0">
                  <a:solidFill>
                    <a:srgbClr val="0F3D91"/>
                  </a:solidFill>
                  <a:latin typeface="HK Grotesk Semi-Bold"/>
                  <a:ea typeface="HK Grotesk Semi-Bold"/>
                  <a:cs typeface="HK Grotesk Semi-Bold"/>
                  <a:sym typeface="HK Grotesk Semi-Bold"/>
                </a:rPr>
                <a:t> </a:t>
              </a:r>
              <a:r>
                <a:rPr lang="en-US" sz="2799" b="1" u="none" strike="noStrike" dirty="0" err="1">
                  <a:solidFill>
                    <a:srgbClr val="0F3D91"/>
                  </a:solidFill>
                  <a:latin typeface="HK Grotesk Semi-Bold"/>
                  <a:ea typeface="HK Grotesk Semi-Bold"/>
                  <a:cs typeface="HK Grotesk Semi-Bold"/>
                  <a:sym typeface="HK Grotesk Semi-Bold"/>
                </a:rPr>
                <a:t>hiện</a:t>
              </a:r>
              <a:r>
                <a:rPr lang="en-US" sz="2799" b="1" u="none" strike="noStrike" dirty="0">
                  <a:solidFill>
                    <a:srgbClr val="0F3D91"/>
                  </a:solidFill>
                  <a:latin typeface="HK Grotesk Semi-Bold"/>
                  <a:ea typeface="HK Grotesk Semi-Bold"/>
                  <a:cs typeface="HK Grotesk Semi-Bold"/>
                  <a:sym typeface="HK Grotesk Semi-Bold"/>
                </a:rPr>
                <a:t> </a:t>
              </a:r>
              <a:r>
                <a:rPr lang="en-US" sz="2799" b="1" u="none" strike="noStrike" dirty="0" err="1">
                  <a:solidFill>
                    <a:srgbClr val="0F3D91"/>
                  </a:solidFill>
                  <a:latin typeface="HK Grotesk Semi-Bold"/>
                  <a:ea typeface="HK Grotesk Semi-Bold"/>
                  <a:cs typeface="HK Grotesk Semi-Bold"/>
                  <a:sym typeface="HK Grotesk Semi-Bold"/>
                </a:rPr>
                <a:t>tại</a:t>
              </a:r>
              <a:endParaRPr lang="en-US" sz="2799" b="1" u="none" strike="noStrike" dirty="0">
                <a:solidFill>
                  <a:srgbClr val="0F3D91"/>
                </a:solidFill>
                <a:latin typeface="HK Grotesk Semi-Bold"/>
                <a:ea typeface="HK Grotesk Semi-Bold"/>
                <a:cs typeface="HK Grotesk Semi-Bold"/>
                <a:sym typeface="HK Grotesk Semi-Bold"/>
              </a:endParaRPr>
            </a:p>
          </p:txBody>
        </p:sp>
        <p:sp>
          <p:nvSpPr>
            <p:cNvPr id="9" name="TextBox 9"/>
            <p:cNvSpPr txBox="1"/>
            <p:nvPr/>
          </p:nvSpPr>
          <p:spPr>
            <a:xfrm>
              <a:off x="0" y="-957063"/>
              <a:ext cx="7264400" cy="1982509"/>
            </a:xfrm>
            <a:prstGeom prst="rect">
              <a:avLst/>
            </a:prstGeom>
          </p:spPr>
          <p:txBody>
            <a:bodyPr lIns="0" tIns="0" rIns="0" bIns="0" rtlCol="0" anchor="t">
              <a:spAutoFit/>
            </a:bodyPr>
            <a:lstStyle/>
            <a:p>
              <a:pPr marL="342900" lvl="0" indent="-342900" algn="l">
                <a:lnSpc>
                  <a:spcPts val="2879"/>
                </a:lnSpc>
                <a:buFontTx/>
                <a:buChar char="-"/>
              </a:pPr>
              <a:r>
                <a:rPr lang="en-US" sz="2400" u="none" strike="noStrike" dirty="0" err="1">
                  <a:solidFill>
                    <a:srgbClr val="0F3D91"/>
                  </a:solidFill>
                  <a:latin typeface="HK Grotesk"/>
                  <a:ea typeface="HK Grotesk"/>
                  <a:cs typeface="HK Grotesk"/>
                  <a:sym typeface="HK Grotesk"/>
                </a:rPr>
                <a:t>Đồ</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thị</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phân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bố</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độ</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tuổi</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cho</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thấy</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sự</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tập</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trung</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lớn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của</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người</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dùng</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từ</a:t>
              </a:r>
              <a:r>
                <a:rPr lang="en-US" sz="2400" u="none" strike="noStrike" dirty="0">
                  <a:solidFill>
                    <a:srgbClr val="0F3D91"/>
                  </a:solidFill>
                  <a:latin typeface="HK Grotesk"/>
                  <a:ea typeface="HK Grotesk"/>
                  <a:cs typeface="HK Grotesk"/>
                  <a:sym typeface="HK Grotesk"/>
                </a:rPr>
                <a:t> 13 </a:t>
              </a:r>
              <a:r>
                <a:rPr lang="en-US" sz="2400" u="none" strike="noStrike" dirty="0" err="1">
                  <a:solidFill>
                    <a:srgbClr val="0F3D91"/>
                  </a:solidFill>
                  <a:latin typeface="HK Grotesk"/>
                  <a:ea typeface="HK Grotesk"/>
                  <a:cs typeface="HK Grotesk"/>
                  <a:sym typeface="HK Grotesk"/>
                </a:rPr>
                <a:t>đến</a:t>
              </a:r>
              <a:r>
                <a:rPr lang="en-US" sz="2400" u="none" strike="noStrike" dirty="0">
                  <a:solidFill>
                    <a:srgbClr val="0F3D91"/>
                  </a:solidFill>
                  <a:latin typeface="HK Grotesk"/>
                  <a:ea typeface="HK Grotesk"/>
                  <a:cs typeface="HK Grotesk"/>
                  <a:sym typeface="HK Grotesk"/>
                </a:rPr>
                <a:t> 25 </a:t>
              </a:r>
              <a:r>
                <a:rPr lang="en-US" sz="2400" u="none" strike="noStrike" dirty="0" err="1">
                  <a:solidFill>
                    <a:srgbClr val="0F3D91"/>
                  </a:solidFill>
                  <a:latin typeface="HK Grotesk"/>
                  <a:ea typeface="HK Grotesk"/>
                  <a:cs typeface="HK Grotesk"/>
                  <a:sym typeface="HK Grotesk"/>
                </a:rPr>
                <a:t>tuổi</a:t>
              </a:r>
              <a:r>
                <a:rPr lang="en-US" sz="2400" u="none" strike="noStrike"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và</a:t>
              </a:r>
              <a:r>
                <a:rPr lang="en-US" sz="2400"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giảm</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dần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sau</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độ</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tuổi</a:t>
              </a:r>
              <a:r>
                <a:rPr lang="en-US" sz="2400" u="none" strike="noStrike" dirty="0">
                  <a:solidFill>
                    <a:srgbClr val="0F3D91"/>
                  </a:solidFill>
                  <a:latin typeface="HK Grotesk"/>
                  <a:ea typeface="HK Grotesk"/>
                  <a:cs typeface="HK Grotesk"/>
                  <a:sym typeface="HK Grotesk"/>
                </a:rPr>
                <a:t> 35.</a:t>
              </a:r>
            </a:p>
            <a:p>
              <a:pPr lvl="0" algn="l">
                <a:lnSpc>
                  <a:spcPts val="2879"/>
                </a:lnSpc>
              </a:pPr>
              <a:endParaRPr lang="en-US" sz="2400" u="none" strike="noStrike" dirty="0">
                <a:solidFill>
                  <a:srgbClr val="0F3D91"/>
                </a:solidFill>
                <a:latin typeface="HK Grotesk"/>
                <a:ea typeface="HK Grotesk"/>
                <a:cs typeface="HK Grotesk"/>
                <a:sym typeface="HK Grotesk"/>
              </a:endParaRPr>
            </a:p>
          </p:txBody>
        </p:sp>
      </p:grpSp>
      <p:sp>
        <p:nvSpPr>
          <p:cNvPr id="10" name="Mũi tên: Phải 9">
            <a:extLst>
              <a:ext uri="{FF2B5EF4-FFF2-40B4-BE49-F238E27FC236}">
                <a16:creationId xmlns:a16="http://schemas.microsoft.com/office/drawing/2014/main" id="{C808E6F6-9BB5-D2B1-E501-E495D0C04325}"/>
              </a:ext>
            </a:extLst>
          </p:cNvPr>
          <p:cNvSpPr/>
          <p:nvPr/>
        </p:nvSpPr>
        <p:spPr>
          <a:xfrm flipV="1">
            <a:off x="603916" y="7505700"/>
            <a:ext cx="354697"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3" name="Hộp Văn bản 12">
            <a:extLst>
              <a:ext uri="{FF2B5EF4-FFF2-40B4-BE49-F238E27FC236}">
                <a16:creationId xmlns:a16="http://schemas.microsoft.com/office/drawing/2014/main" id="{FAD706C6-4141-4D45-D2CC-839E5A6B2918}"/>
              </a:ext>
            </a:extLst>
          </p:cNvPr>
          <p:cNvSpPr txBox="1"/>
          <p:nvPr/>
        </p:nvSpPr>
        <p:spPr>
          <a:xfrm>
            <a:off x="958613" y="7294535"/>
            <a:ext cx="5124450" cy="1200329"/>
          </a:xfrm>
          <a:prstGeom prst="rect">
            <a:avLst/>
          </a:prstGeom>
          <a:noFill/>
        </p:spPr>
        <p:txBody>
          <a:bodyPr wrap="square" rtlCol="0">
            <a:spAutoFit/>
          </a:bodyPr>
          <a:lstStyle/>
          <a:p>
            <a:r>
              <a:rPr lang="en-US" sz="2400" dirty="0">
                <a:solidFill>
                  <a:schemeClr val="tx2"/>
                </a:solidFill>
                <a:latin typeface="HK Grotesk" panose="020B0604020202020204" charset="0"/>
              </a:rPr>
              <a:t>Qua </a:t>
            </a:r>
            <a:r>
              <a:rPr lang="en-US" sz="2400" dirty="0" err="1">
                <a:solidFill>
                  <a:schemeClr val="tx2"/>
                </a:solidFill>
                <a:latin typeface="HK Grotesk" panose="020B0604020202020204" charset="0"/>
              </a:rPr>
              <a:t>đó</a:t>
            </a:r>
            <a:r>
              <a:rPr lang="en-US" sz="2400" dirty="0">
                <a:solidFill>
                  <a:schemeClr val="tx2"/>
                </a:solidFill>
                <a:latin typeface="HK Grotesk" panose="020B0604020202020204" charset="0"/>
              </a:rPr>
              <a:t> </a:t>
            </a:r>
            <a:r>
              <a:rPr lang="en-US" sz="2400" dirty="0" err="1">
                <a:solidFill>
                  <a:schemeClr val="tx2"/>
                </a:solidFill>
                <a:latin typeface="HK Grotesk" panose="020B0604020202020204" charset="0"/>
              </a:rPr>
              <a:t>thấy</a:t>
            </a:r>
            <a:r>
              <a:rPr lang="en-US" sz="2400" dirty="0">
                <a:solidFill>
                  <a:schemeClr val="tx2"/>
                </a:solidFill>
                <a:latin typeface="HK Grotesk" panose="020B0604020202020204" charset="0"/>
              </a:rPr>
              <a:t> </a:t>
            </a:r>
            <a:r>
              <a:rPr lang="en-US" sz="2400" dirty="0" err="1">
                <a:solidFill>
                  <a:schemeClr val="tx2"/>
                </a:solidFill>
                <a:latin typeface="HK Grotesk" panose="020B0604020202020204" charset="0"/>
              </a:rPr>
              <a:t>được</a:t>
            </a:r>
            <a:r>
              <a:rPr lang="en-US" sz="2400" dirty="0">
                <a:solidFill>
                  <a:schemeClr val="tx2"/>
                </a:solidFill>
                <a:latin typeface="HK Grotesk" panose="020B0604020202020204" charset="0"/>
              </a:rPr>
              <a:t> </a:t>
            </a:r>
            <a:r>
              <a:rPr lang="en-US" sz="2400" dirty="0" err="1">
                <a:solidFill>
                  <a:schemeClr val="tx2"/>
                </a:solidFill>
                <a:latin typeface="HK Grotesk" panose="020B0604020202020204" charset="0"/>
              </a:rPr>
              <a:t>độ</a:t>
            </a:r>
            <a:r>
              <a:rPr lang="en-US" sz="2400" dirty="0">
                <a:solidFill>
                  <a:schemeClr val="tx2"/>
                </a:solidFill>
                <a:latin typeface="HK Grotesk" panose="020B0604020202020204" charset="0"/>
              </a:rPr>
              <a:t> </a:t>
            </a:r>
            <a:r>
              <a:rPr lang="en-US" sz="2400" dirty="0" err="1">
                <a:solidFill>
                  <a:schemeClr val="tx2"/>
                </a:solidFill>
                <a:latin typeface="HK Grotesk" panose="020B0604020202020204" charset="0"/>
              </a:rPr>
              <a:t>tuổi</a:t>
            </a:r>
            <a:r>
              <a:rPr lang="en-US" sz="2400" dirty="0">
                <a:solidFill>
                  <a:schemeClr val="tx2"/>
                </a:solidFill>
                <a:latin typeface="HK Grotesk" panose="020B0604020202020204" charset="0"/>
              </a:rPr>
              <a:t> </a:t>
            </a:r>
            <a:r>
              <a:rPr lang="en-US" sz="2400" dirty="0" err="1">
                <a:solidFill>
                  <a:schemeClr val="tx2"/>
                </a:solidFill>
                <a:latin typeface="HK Grotesk" panose="020B0604020202020204" charset="0"/>
              </a:rPr>
              <a:t>sử</a:t>
            </a:r>
            <a:r>
              <a:rPr lang="en-US" sz="2400" dirty="0">
                <a:solidFill>
                  <a:schemeClr val="tx2"/>
                </a:solidFill>
                <a:latin typeface="HK Grotesk" panose="020B0604020202020204" charset="0"/>
              </a:rPr>
              <a:t> </a:t>
            </a:r>
            <a:r>
              <a:rPr lang="en-US" sz="2400" dirty="0" err="1">
                <a:solidFill>
                  <a:schemeClr val="tx2"/>
                </a:solidFill>
                <a:latin typeface="HK Grotesk" panose="020B0604020202020204" charset="0"/>
              </a:rPr>
              <a:t>dụng</a:t>
            </a:r>
            <a:r>
              <a:rPr lang="en-US" sz="2400" dirty="0">
                <a:solidFill>
                  <a:schemeClr val="tx2"/>
                </a:solidFill>
                <a:latin typeface="HK Grotesk" panose="020B0604020202020204" charset="0"/>
              </a:rPr>
              <a:t> Facebook </a:t>
            </a:r>
            <a:r>
              <a:rPr lang="en-US" sz="2400" dirty="0" err="1">
                <a:solidFill>
                  <a:schemeClr val="tx2"/>
                </a:solidFill>
                <a:latin typeface="HK Grotesk" panose="020B0604020202020204" charset="0"/>
              </a:rPr>
              <a:t>chủ</a:t>
            </a:r>
            <a:r>
              <a:rPr lang="en-US" sz="2400" dirty="0">
                <a:solidFill>
                  <a:schemeClr val="tx2"/>
                </a:solidFill>
                <a:latin typeface="HK Grotesk" panose="020B0604020202020204" charset="0"/>
              </a:rPr>
              <a:t> </a:t>
            </a:r>
            <a:r>
              <a:rPr lang="en-US" sz="2400" dirty="0" err="1">
                <a:solidFill>
                  <a:schemeClr val="tx2"/>
                </a:solidFill>
                <a:latin typeface="HK Grotesk" panose="020B0604020202020204" charset="0"/>
              </a:rPr>
              <a:t>yếu</a:t>
            </a:r>
            <a:r>
              <a:rPr lang="en-US" sz="2400" dirty="0">
                <a:solidFill>
                  <a:schemeClr val="tx2"/>
                </a:solidFill>
                <a:latin typeface="HK Grotesk" panose="020B0604020202020204" charset="0"/>
              </a:rPr>
              <a:t> </a:t>
            </a:r>
            <a:r>
              <a:rPr lang="en-US" sz="2400" dirty="0" err="1">
                <a:solidFill>
                  <a:schemeClr val="tx2"/>
                </a:solidFill>
                <a:latin typeface="HK Grotesk" panose="020B0604020202020204" charset="0"/>
              </a:rPr>
              <a:t>là</a:t>
            </a:r>
            <a:r>
              <a:rPr lang="en-US" sz="2400" dirty="0">
                <a:solidFill>
                  <a:schemeClr val="tx2"/>
                </a:solidFill>
                <a:latin typeface="HK Grotesk" panose="020B0604020202020204" charset="0"/>
              </a:rPr>
              <a:t> </a:t>
            </a:r>
            <a:r>
              <a:rPr lang="en-US" sz="2400" dirty="0" err="1">
                <a:solidFill>
                  <a:schemeClr val="tx2"/>
                </a:solidFill>
                <a:latin typeface="HK Grotesk" panose="020B0604020202020204" charset="0"/>
              </a:rPr>
              <a:t>người</a:t>
            </a:r>
            <a:r>
              <a:rPr lang="en-US" sz="2400" dirty="0">
                <a:solidFill>
                  <a:schemeClr val="tx2"/>
                </a:solidFill>
                <a:latin typeface="HK Grotesk" panose="020B0604020202020204" charset="0"/>
              </a:rPr>
              <a:t> </a:t>
            </a:r>
            <a:r>
              <a:rPr lang="en-US" sz="2400" dirty="0" err="1">
                <a:solidFill>
                  <a:schemeClr val="tx2"/>
                </a:solidFill>
                <a:latin typeface="HK Grotesk" panose="020B0604020202020204" charset="0"/>
              </a:rPr>
              <a:t>trẻ</a:t>
            </a:r>
            <a:r>
              <a:rPr lang="en-US" sz="2400" dirty="0">
                <a:solidFill>
                  <a:schemeClr val="tx2"/>
                </a:solidFill>
                <a:latin typeface="HK Grotesk" panose="020B0604020202020204" charset="0"/>
              </a:rPr>
              <a:t> </a:t>
            </a:r>
            <a:r>
              <a:rPr lang="en-US" sz="2400" dirty="0" err="1">
                <a:solidFill>
                  <a:schemeClr val="tx2"/>
                </a:solidFill>
                <a:latin typeface="HK Grotesk" panose="020B0604020202020204" charset="0"/>
              </a:rPr>
              <a:t>và</a:t>
            </a:r>
            <a:r>
              <a:rPr lang="en-US" sz="2400" dirty="0">
                <a:solidFill>
                  <a:schemeClr val="tx2"/>
                </a:solidFill>
                <a:latin typeface="HK Grotesk" panose="020B0604020202020204" charset="0"/>
              </a:rPr>
              <a:t> </a:t>
            </a:r>
            <a:r>
              <a:rPr lang="en-US" sz="2400" dirty="0" err="1">
                <a:solidFill>
                  <a:schemeClr val="tx2"/>
                </a:solidFill>
                <a:latin typeface="HK Grotesk" panose="020B0604020202020204" charset="0"/>
              </a:rPr>
              <a:t>người</a:t>
            </a:r>
            <a:r>
              <a:rPr lang="en-US" sz="2400" dirty="0">
                <a:solidFill>
                  <a:schemeClr val="tx2"/>
                </a:solidFill>
                <a:latin typeface="HK Grotesk" panose="020B0604020202020204" charset="0"/>
              </a:rPr>
              <a:t> </a:t>
            </a:r>
            <a:r>
              <a:rPr lang="en-US" sz="2400" dirty="0" err="1">
                <a:solidFill>
                  <a:schemeClr val="tx2"/>
                </a:solidFill>
                <a:latin typeface="HK Grotesk" panose="020B0604020202020204" charset="0"/>
              </a:rPr>
              <a:t>trong</a:t>
            </a:r>
            <a:r>
              <a:rPr lang="en-US" sz="2400" dirty="0">
                <a:solidFill>
                  <a:schemeClr val="tx2"/>
                </a:solidFill>
                <a:latin typeface="HK Grotesk" panose="020B0604020202020204" charset="0"/>
              </a:rPr>
              <a:t> </a:t>
            </a:r>
            <a:r>
              <a:rPr lang="en-US" sz="2400" dirty="0" err="1">
                <a:solidFill>
                  <a:schemeClr val="tx2"/>
                </a:solidFill>
                <a:latin typeface="HK Grotesk" panose="020B0604020202020204" charset="0"/>
              </a:rPr>
              <a:t>độ</a:t>
            </a:r>
            <a:r>
              <a:rPr lang="en-US" sz="2400" dirty="0">
                <a:solidFill>
                  <a:schemeClr val="tx2"/>
                </a:solidFill>
                <a:latin typeface="HK Grotesk" panose="020B0604020202020204" charset="0"/>
              </a:rPr>
              <a:t> </a:t>
            </a:r>
            <a:r>
              <a:rPr lang="en-US" sz="2400" dirty="0" err="1">
                <a:solidFill>
                  <a:schemeClr val="tx2"/>
                </a:solidFill>
                <a:latin typeface="HK Grotesk" panose="020B0604020202020204" charset="0"/>
              </a:rPr>
              <a:t>tuổi</a:t>
            </a:r>
            <a:r>
              <a:rPr lang="en-US" sz="2400" dirty="0">
                <a:solidFill>
                  <a:schemeClr val="tx2"/>
                </a:solidFill>
                <a:latin typeface="HK Grotesk" panose="020B0604020202020204" charset="0"/>
              </a:rPr>
              <a:t> </a:t>
            </a:r>
            <a:r>
              <a:rPr lang="en-US" sz="2400" dirty="0" err="1">
                <a:solidFill>
                  <a:schemeClr val="tx2"/>
                </a:solidFill>
                <a:latin typeface="HK Grotesk" panose="020B0604020202020204" charset="0"/>
              </a:rPr>
              <a:t>lao</a:t>
            </a:r>
            <a:r>
              <a:rPr lang="en-US" sz="2400" dirty="0">
                <a:solidFill>
                  <a:schemeClr val="tx2"/>
                </a:solidFill>
                <a:latin typeface="HK Grotesk" panose="020B0604020202020204" charset="0"/>
              </a:rPr>
              <a:t> </a:t>
            </a:r>
            <a:r>
              <a:rPr lang="en-US" sz="2400" dirty="0" err="1">
                <a:solidFill>
                  <a:schemeClr val="tx2"/>
                </a:solidFill>
                <a:latin typeface="HK Grotesk" panose="020B0604020202020204" charset="0"/>
              </a:rPr>
              <a:t>động</a:t>
            </a:r>
            <a:r>
              <a:rPr lang="en-US" sz="2400" dirty="0">
                <a:solidFill>
                  <a:schemeClr val="tx2"/>
                </a:solidFill>
                <a:latin typeface="HK Grotesk" panose="020B0604020202020204" charset="0"/>
              </a:rPr>
              <a:t> </a:t>
            </a:r>
            <a:endParaRPr lang="vi-VN" sz="2400" dirty="0">
              <a:solidFill>
                <a:schemeClr val="tx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66750" y="1743920"/>
            <a:ext cx="5448300" cy="2501265"/>
          </a:xfrm>
          <a:prstGeom prst="rect">
            <a:avLst/>
          </a:prstGeom>
        </p:spPr>
        <p:txBody>
          <a:bodyPr lIns="0" tIns="0" rIns="0" bIns="0" rtlCol="0" anchor="t">
            <a:spAutoFit/>
          </a:bodyPr>
          <a:lstStyle/>
          <a:p>
            <a:pPr marL="0" lvl="0" indent="0" algn="l">
              <a:lnSpc>
                <a:spcPts val="9600"/>
              </a:lnSpc>
            </a:pPr>
            <a:r>
              <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rPr>
              <a:t>2.Phân </a:t>
            </a:r>
            <a:r>
              <a:rPr lang="en-US" sz="9600" spc="-192" dirty="0" err="1">
                <a:solidFill>
                  <a:srgbClr val="1877F2"/>
                </a:solidFill>
                <a:latin typeface="Noto Serif Display ExtraCondensed Light"/>
                <a:ea typeface="Noto Serif Display ExtraCondensed Light"/>
                <a:cs typeface="Noto Serif Display ExtraCondensed Light"/>
                <a:sym typeface="Noto Serif Display ExtraCondensed Light"/>
              </a:rPr>
              <a:t>Bố</a:t>
            </a:r>
            <a:r>
              <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rPr>
              <a:t> </a:t>
            </a:r>
            <a:r>
              <a:rPr lang="en-US" sz="9600" spc="-192" dirty="0" err="1">
                <a:solidFill>
                  <a:srgbClr val="1877F2"/>
                </a:solidFill>
                <a:latin typeface="Noto Serif Display ExtraCondensed Light"/>
                <a:ea typeface="Noto Serif Display ExtraCondensed Light"/>
                <a:cs typeface="Noto Serif Display ExtraCondensed Light"/>
                <a:sym typeface="Noto Serif Display ExtraCondensed Light"/>
              </a:rPr>
              <a:t>Ngày</a:t>
            </a:r>
            <a:r>
              <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rPr>
              <a:t> Sinh</a:t>
            </a:r>
          </a:p>
        </p:txBody>
      </p:sp>
      <p:grpSp>
        <p:nvGrpSpPr>
          <p:cNvPr id="3" name="Group 3"/>
          <p:cNvGrpSpPr/>
          <p:nvPr/>
        </p:nvGrpSpPr>
        <p:grpSpPr>
          <a:xfrm>
            <a:off x="666750" y="6572250"/>
            <a:ext cx="5448300" cy="2152650"/>
            <a:chOff x="0" y="0"/>
            <a:chExt cx="7264400" cy="2870200"/>
          </a:xfrm>
        </p:grpSpPr>
        <p:sp>
          <p:nvSpPr>
            <p:cNvPr id="4" name="TextBox 4"/>
            <p:cNvSpPr txBox="1"/>
            <p:nvPr/>
          </p:nvSpPr>
          <p:spPr>
            <a:xfrm>
              <a:off x="0" y="0"/>
              <a:ext cx="72644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0F3D91"/>
                  </a:solidFill>
                  <a:latin typeface="HK Grotesk Semi-Bold"/>
                  <a:ea typeface="HK Grotesk Semi-Bold"/>
                  <a:cs typeface="HK Grotesk Semi-Bold"/>
                  <a:sym typeface="HK Grotesk Semi-Bold"/>
                </a:rPr>
                <a:t>Phân tích chi tiết</a:t>
              </a:r>
            </a:p>
          </p:txBody>
        </p:sp>
        <p:sp>
          <p:nvSpPr>
            <p:cNvPr id="5" name="TextBox 5"/>
            <p:cNvSpPr txBox="1"/>
            <p:nvPr/>
          </p:nvSpPr>
          <p:spPr>
            <a:xfrm>
              <a:off x="0" y="939800"/>
              <a:ext cx="7264400" cy="1930400"/>
            </a:xfrm>
            <a:prstGeom prst="rect">
              <a:avLst/>
            </a:prstGeom>
          </p:spPr>
          <p:txBody>
            <a:bodyPr lIns="0" tIns="0" rIns="0" bIns="0" rtlCol="0" anchor="t">
              <a:spAutoFit/>
            </a:bodyPr>
            <a:lstStyle/>
            <a:p>
              <a:pPr marL="0" lvl="0" indent="0" algn="l">
                <a:lnSpc>
                  <a:spcPts val="2879"/>
                </a:lnSpc>
              </a:pPr>
              <a:r>
                <a:rPr lang="en-US" sz="2400" u="none" strike="noStrike">
                  <a:solidFill>
                    <a:srgbClr val="0F3D91"/>
                  </a:solidFill>
                  <a:latin typeface="HK Grotesk"/>
                  <a:ea typeface="HK Grotesk"/>
                  <a:cs typeface="HK Grotesk"/>
                  <a:sym typeface="HK Grotesk"/>
                </a:rPr>
                <a:t>Phân bố ngày sinh cho thấy sự phân bổ khá đồng đều, với đột biến vào ngày 1 do người dùng không muốn tiết lộ thông tin cá nhân hoặc đăng ký nhanh.</a:t>
              </a:r>
            </a:p>
          </p:txBody>
        </p:sp>
      </p:grpSp>
      <p:sp>
        <p:nvSpPr>
          <p:cNvPr id="6" name="AutoShape 6"/>
          <p:cNvSpPr/>
          <p:nvPr/>
        </p:nvSpPr>
        <p:spPr>
          <a:xfrm>
            <a:off x="0" y="676275"/>
            <a:ext cx="12172950" cy="0"/>
          </a:xfrm>
          <a:prstGeom prst="line">
            <a:avLst/>
          </a:prstGeom>
          <a:ln w="19050" cap="flat">
            <a:solidFill>
              <a:srgbClr val="0F3D91"/>
            </a:solidFill>
            <a:prstDash val="solid"/>
            <a:headEnd type="none" w="sm" len="sm"/>
            <a:tailEnd type="none" w="sm" len="sm"/>
          </a:ln>
        </p:spPr>
        <p:txBody>
          <a:bodyPr/>
          <a:lstStyle/>
          <a:p>
            <a:endParaRPr lang="vi-VN"/>
          </a:p>
        </p:txBody>
      </p:sp>
      <p:sp>
        <p:nvSpPr>
          <p:cNvPr id="7" name="AutoShape 7"/>
          <p:cNvSpPr/>
          <p:nvPr/>
        </p:nvSpPr>
        <p:spPr>
          <a:xfrm>
            <a:off x="0" y="9629775"/>
            <a:ext cx="12172950" cy="0"/>
          </a:xfrm>
          <a:prstGeom prst="line">
            <a:avLst/>
          </a:prstGeom>
          <a:ln w="19050" cap="flat">
            <a:solidFill>
              <a:srgbClr val="0F3D91"/>
            </a:solidFill>
            <a:prstDash val="solid"/>
            <a:headEnd type="none" w="sm" len="sm"/>
            <a:tailEnd type="none" w="sm" len="sm"/>
          </a:ln>
        </p:spPr>
        <p:txBody>
          <a:bodyPr/>
          <a:lstStyle/>
          <a:p>
            <a:endParaRPr lang="vi-VN"/>
          </a:p>
        </p:txBody>
      </p:sp>
      <p:grpSp>
        <p:nvGrpSpPr>
          <p:cNvPr id="8" name="Group 8"/>
          <p:cNvGrpSpPr/>
          <p:nvPr/>
        </p:nvGrpSpPr>
        <p:grpSpPr>
          <a:xfrm>
            <a:off x="6611234" y="1930899"/>
            <a:ext cx="11539292" cy="6794001"/>
            <a:chOff x="0" y="0"/>
            <a:chExt cx="2832056" cy="1667433"/>
          </a:xfrm>
        </p:grpSpPr>
        <p:sp>
          <p:nvSpPr>
            <p:cNvPr id="9" name="Freeform 9"/>
            <p:cNvSpPr/>
            <p:nvPr/>
          </p:nvSpPr>
          <p:spPr>
            <a:xfrm>
              <a:off x="0" y="0"/>
              <a:ext cx="2832056" cy="1667433"/>
            </a:xfrm>
            <a:custGeom>
              <a:avLst/>
              <a:gdLst/>
              <a:ahLst/>
              <a:cxnLst/>
              <a:rect l="l" t="t" r="r" b="b"/>
              <a:pathLst>
                <a:path w="2832056" h="1667433">
                  <a:moveTo>
                    <a:pt x="0" y="0"/>
                  </a:moveTo>
                  <a:lnTo>
                    <a:pt x="2832056" y="0"/>
                  </a:lnTo>
                  <a:lnTo>
                    <a:pt x="2832056" y="1667433"/>
                  </a:lnTo>
                  <a:lnTo>
                    <a:pt x="0" y="1667433"/>
                  </a:lnTo>
                  <a:close/>
                </a:path>
              </a:pathLst>
            </a:custGeom>
            <a:blipFill>
              <a:blip r:embed="rId2"/>
              <a:stretch>
                <a:fillRect t="-104" b="-104"/>
              </a:stretch>
            </a:blipFill>
          </p:spPr>
          <p:txBody>
            <a:bodyPr/>
            <a:lstStyle/>
            <a:p>
              <a:endParaRPr lang="vi-VN"/>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66750" y="1743920"/>
            <a:ext cx="5448300" cy="2501265"/>
          </a:xfrm>
          <a:prstGeom prst="rect">
            <a:avLst/>
          </a:prstGeom>
        </p:spPr>
        <p:txBody>
          <a:bodyPr lIns="0" tIns="0" rIns="0" bIns="0" rtlCol="0" anchor="t">
            <a:spAutoFit/>
          </a:bodyPr>
          <a:lstStyle/>
          <a:p>
            <a:pPr marL="0" lvl="0" indent="0" algn="l">
              <a:lnSpc>
                <a:spcPts val="9600"/>
              </a:lnSpc>
            </a:pPr>
            <a:r>
              <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rPr>
              <a:t>3.Phân </a:t>
            </a:r>
            <a:r>
              <a:rPr lang="en-US" sz="9600" spc="-192" dirty="0" err="1">
                <a:solidFill>
                  <a:srgbClr val="1877F2"/>
                </a:solidFill>
                <a:latin typeface="Noto Serif Display ExtraCondensed Light"/>
                <a:ea typeface="Noto Serif Display ExtraCondensed Light"/>
                <a:cs typeface="Noto Serif Display ExtraCondensed Light"/>
                <a:sym typeface="Noto Serif Display ExtraCondensed Light"/>
              </a:rPr>
              <a:t>Bố</a:t>
            </a:r>
            <a:r>
              <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rPr>
              <a:t> </a:t>
            </a:r>
            <a:r>
              <a:rPr lang="en-US" sz="9600" spc="-192" dirty="0" err="1">
                <a:solidFill>
                  <a:srgbClr val="1877F2"/>
                </a:solidFill>
                <a:latin typeface="Noto Serif Display ExtraCondensed Light"/>
                <a:ea typeface="Noto Serif Display ExtraCondensed Light"/>
                <a:cs typeface="Noto Serif Display ExtraCondensed Light"/>
                <a:sym typeface="Noto Serif Display ExtraCondensed Light"/>
              </a:rPr>
              <a:t>Tháng</a:t>
            </a:r>
            <a:r>
              <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rPr>
              <a:t> Sinh</a:t>
            </a:r>
          </a:p>
        </p:txBody>
      </p:sp>
      <p:grpSp>
        <p:nvGrpSpPr>
          <p:cNvPr id="3" name="Group 3"/>
          <p:cNvGrpSpPr/>
          <p:nvPr/>
        </p:nvGrpSpPr>
        <p:grpSpPr>
          <a:xfrm>
            <a:off x="666750" y="6572250"/>
            <a:ext cx="5448300" cy="2563629"/>
            <a:chOff x="0" y="0"/>
            <a:chExt cx="7264400" cy="3418172"/>
          </a:xfrm>
        </p:grpSpPr>
        <p:sp>
          <p:nvSpPr>
            <p:cNvPr id="4" name="TextBox 4"/>
            <p:cNvSpPr txBox="1"/>
            <p:nvPr/>
          </p:nvSpPr>
          <p:spPr>
            <a:xfrm>
              <a:off x="0" y="0"/>
              <a:ext cx="72644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0F3D91"/>
                  </a:solidFill>
                  <a:latin typeface="HK Grotesk Semi-Bold"/>
                  <a:ea typeface="HK Grotesk Semi-Bold"/>
                  <a:cs typeface="HK Grotesk Semi-Bold"/>
                  <a:sym typeface="HK Grotesk Semi-Bold"/>
                </a:rPr>
                <a:t>Phân tích dữ liệu</a:t>
              </a:r>
            </a:p>
          </p:txBody>
        </p:sp>
        <p:sp>
          <p:nvSpPr>
            <p:cNvPr id="5" name="TextBox 5"/>
            <p:cNvSpPr txBox="1"/>
            <p:nvPr/>
          </p:nvSpPr>
          <p:spPr>
            <a:xfrm>
              <a:off x="0" y="939800"/>
              <a:ext cx="7264400" cy="2478372"/>
            </a:xfrm>
            <a:prstGeom prst="rect">
              <a:avLst/>
            </a:prstGeom>
          </p:spPr>
          <p:txBody>
            <a:bodyPr lIns="0" tIns="0" rIns="0" bIns="0" rtlCol="0" anchor="t">
              <a:spAutoFit/>
            </a:bodyPr>
            <a:lstStyle/>
            <a:p>
              <a:pPr marL="0" lvl="0" indent="0" algn="l">
                <a:lnSpc>
                  <a:spcPts val="2879"/>
                </a:lnSpc>
              </a:pPr>
              <a:r>
                <a:rPr lang="en-US" sz="2400" dirty="0" err="1">
                  <a:solidFill>
                    <a:srgbClr val="0F3D91"/>
                  </a:solidFill>
                  <a:latin typeface="HK Grotesk"/>
                  <a:ea typeface="HK Grotesk"/>
                  <a:cs typeface="HK Grotesk"/>
                  <a:sym typeface="HK Grotesk"/>
                </a:rPr>
                <a:t>T</a:t>
              </a:r>
              <a:r>
                <a:rPr lang="en-US" sz="2400" u="none" strike="noStrike" dirty="0" err="1">
                  <a:solidFill>
                    <a:srgbClr val="0F3D91"/>
                  </a:solidFill>
                  <a:latin typeface="HK Grotesk"/>
                  <a:ea typeface="HK Grotesk"/>
                  <a:cs typeface="HK Grotesk"/>
                  <a:sym typeface="HK Grotesk"/>
                </a:rPr>
                <a:t>háng</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sinh</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của</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người</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dùng</a:t>
              </a:r>
              <a:r>
                <a:rPr lang="en-US" sz="2400" u="none" strike="noStrike" dirty="0">
                  <a:solidFill>
                    <a:srgbClr val="0F3D91"/>
                  </a:solidFill>
                  <a:latin typeface="HK Grotesk"/>
                  <a:ea typeface="HK Grotesk"/>
                  <a:cs typeface="HK Grotesk"/>
                  <a:sym typeface="HK Grotesk"/>
                </a:rPr>
                <a:t> Facebook </a:t>
              </a:r>
              <a:r>
                <a:rPr lang="en-US" sz="2400" u="none" strike="noStrike" dirty="0" err="1">
                  <a:solidFill>
                    <a:srgbClr val="0F3D91"/>
                  </a:solidFill>
                  <a:latin typeface="HK Grotesk"/>
                  <a:ea typeface="HK Grotesk"/>
                  <a:cs typeface="HK Grotesk"/>
                  <a:sym typeface="HK Grotesk"/>
                </a:rPr>
                <a:t>phân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bố</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khá</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đồng</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đều</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nhưng</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có</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một</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sự</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đột</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biến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rõ</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rệt</a:t>
              </a:r>
              <a:r>
                <a:rPr lang="en-US" sz="2400" u="none" strike="noStrike" dirty="0">
                  <a:solidFill>
                    <a:srgbClr val="0F3D91"/>
                  </a:solidFill>
                  <a:latin typeface="HK Grotesk"/>
                  <a:ea typeface="HK Grotesk"/>
                  <a:cs typeface="HK Grotesk"/>
                  <a:sym typeface="HK Grotesk"/>
                </a:rPr>
                <a:t> ở </a:t>
              </a:r>
              <a:r>
                <a:rPr lang="en-US" sz="2400" u="none" strike="noStrike" dirty="0" err="1">
                  <a:solidFill>
                    <a:srgbClr val="0F3D91"/>
                  </a:solidFill>
                  <a:latin typeface="HK Grotesk"/>
                  <a:ea typeface="HK Grotesk"/>
                  <a:cs typeface="HK Grotesk"/>
                  <a:sym typeface="HK Grotesk"/>
                </a:rPr>
                <a:t>tháng</a:t>
              </a:r>
              <a:r>
                <a:rPr lang="en-US" sz="2400" u="none" strike="noStrike" dirty="0">
                  <a:solidFill>
                    <a:srgbClr val="0F3D91"/>
                  </a:solidFill>
                  <a:latin typeface="HK Grotesk"/>
                  <a:ea typeface="HK Grotesk"/>
                  <a:cs typeface="HK Grotesk"/>
                  <a:sym typeface="HK Grotesk"/>
                </a:rPr>
                <a:t> 1, </a:t>
              </a:r>
              <a:r>
                <a:rPr lang="en-US" sz="2400" u="none" strike="noStrike" dirty="0" err="1">
                  <a:solidFill>
                    <a:srgbClr val="0F3D91"/>
                  </a:solidFill>
                  <a:latin typeface="HK Grotesk"/>
                  <a:ea typeface="HK Grotesk"/>
                  <a:cs typeface="HK Grotesk"/>
                  <a:sym typeface="HK Grotesk"/>
                </a:rPr>
                <a:t>có</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thể</a:t>
              </a:r>
              <a:r>
                <a:rPr lang="en-US" sz="2400" u="none" strike="noStrike" dirty="0">
                  <a:solidFill>
                    <a:srgbClr val="0F3D91"/>
                  </a:solidFill>
                  <a:latin typeface="HK Grotesk"/>
                  <a:ea typeface="HK Grotesk"/>
                  <a:cs typeface="HK Grotesk"/>
                  <a:sym typeface="HK Grotesk"/>
                </a:rPr>
                <a:t> do </a:t>
              </a:r>
              <a:r>
                <a:rPr lang="en-US" sz="2400" u="none" strike="noStrike" dirty="0" err="1">
                  <a:solidFill>
                    <a:srgbClr val="0F3D91"/>
                  </a:solidFill>
                  <a:latin typeface="HK Grotesk"/>
                  <a:ea typeface="HK Grotesk"/>
                  <a:cs typeface="HK Grotesk"/>
                  <a:sym typeface="HK Grotesk"/>
                </a:rPr>
                <a:t>sự</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không</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muốn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tiết</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lộ</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thông</a:t>
              </a:r>
              <a:r>
                <a:rPr lang="en-US" sz="2400" u="none" strike="noStrike" dirty="0">
                  <a:solidFill>
                    <a:srgbClr val="0F3D91"/>
                  </a:solidFill>
                  <a:latin typeface="HK Grotesk"/>
                  <a:ea typeface="HK Grotesk"/>
                  <a:cs typeface="HK Grotesk"/>
                  <a:sym typeface="HK Grotesk"/>
                </a:rPr>
                <a:t> tin </a:t>
              </a:r>
              <a:r>
                <a:rPr lang="en-US" sz="2400" u="none" strike="noStrike" dirty="0" err="1">
                  <a:solidFill>
                    <a:srgbClr val="0F3D91"/>
                  </a:solidFill>
                  <a:latin typeface="HK Grotesk"/>
                  <a:ea typeface="HK Grotesk"/>
                  <a:cs typeface="HK Grotesk"/>
                  <a:sym typeface="HK Grotesk"/>
                </a:rPr>
                <a:t>từ</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phía</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người</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dùng</a:t>
              </a:r>
              <a:r>
                <a:rPr lang="en-US" sz="2400" u="none" strike="noStrike" dirty="0">
                  <a:solidFill>
                    <a:srgbClr val="0F3D91"/>
                  </a:solidFill>
                  <a:latin typeface="HK Grotesk"/>
                  <a:ea typeface="HK Grotesk"/>
                  <a:cs typeface="HK Grotesk"/>
                  <a:sym typeface="HK Grotesk"/>
                </a:rPr>
                <a:t>.</a:t>
              </a:r>
            </a:p>
          </p:txBody>
        </p:sp>
      </p:grpSp>
      <p:sp>
        <p:nvSpPr>
          <p:cNvPr id="6" name="AutoShape 6"/>
          <p:cNvSpPr/>
          <p:nvPr/>
        </p:nvSpPr>
        <p:spPr>
          <a:xfrm>
            <a:off x="0" y="676275"/>
            <a:ext cx="12172950" cy="0"/>
          </a:xfrm>
          <a:prstGeom prst="line">
            <a:avLst/>
          </a:prstGeom>
          <a:ln w="19050" cap="flat">
            <a:solidFill>
              <a:srgbClr val="0F3D91"/>
            </a:solidFill>
            <a:prstDash val="solid"/>
            <a:headEnd type="none" w="sm" len="sm"/>
            <a:tailEnd type="none" w="sm" len="sm"/>
          </a:ln>
        </p:spPr>
        <p:txBody>
          <a:bodyPr/>
          <a:lstStyle/>
          <a:p>
            <a:endParaRPr lang="vi-VN"/>
          </a:p>
        </p:txBody>
      </p:sp>
      <p:sp>
        <p:nvSpPr>
          <p:cNvPr id="7" name="AutoShape 7"/>
          <p:cNvSpPr/>
          <p:nvPr/>
        </p:nvSpPr>
        <p:spPr>
          <a:xfrm>
            <a:off x="0" y="9629775"/>
            <a:ext cx="12172950" cy="0"/>
          </a:xfrm>
          <a:prstGeom prst="line">
            <a:avLst/>
          </a:prstGeom>
          <a:ln w="19050" cap="flat">
            <a:solidFill>
              <a:srgbClr val="0F3D91"/>
            </a:solidFill>
            <a:prstDash val="solid"/>
            <a:headEnd type="none" w="sm" len="sm"/>
            <a:tailEnd type="none" w="sm" len="sm"/>
          </a:ln>
        </p:spPr>
        <p:txBody>
          <a:bodyPr/>
          <a:lstStyle/>
          <a:p>
            <a:endParaRPr lang="vi-VN"/>
          </a:p>
        </p:txBody>
      </p:sp>
      <p:grpSp>
        <p:nvGrpSpPr>
          <p:cNvPr id="8" name="Group 8"/>
          <p:cNvGrpSpPr/>
          <p:nvPr/>
        </p:nvGrpSpPr>
        <p:grpSpPr>
          <a:xfrm>
            <a:off x="6611234" y="1930899"/>
            <a:ext cx="11539292" cy="6794001"/>
            <a:chOff x="0" y="0"/>
            <a:chExt cx="2832056" cy="1667433"/>
          </a:xfrm>
        </p:grpSpPr>
        <p:sp>
          <p:nvSpPr>
            <p:cNvPr id="9" name="Freeform 9"/>
            <p:cNvSpPr/>
            <p:nvPr/>
          </p:nvSpPr>
          <p:spPr>
            <a:xfrm>
              <a:off x="0" y="0"/>
              <a:ext cx="2832056" cy="1667433"/>
            </a:xfrm>
            <a:custGeom>
              <a:avLst/>
              <a:gdLst/>
              <a:ahLst/>
              <a:cxnLst/>
              <a:rect l="l" t="t" r="r" b="b"/>
              <a:pathLst>
                <a:path w="2832056" h="1667433">
                  <a:moveTo>
                    <a:pt x="0" y="0"/>
                  </a:moveTo>
                  <a:lnTo>
                    <a:pt x="2832056" y="0"/>
                  </a:lnTo>
                  <a:lnTo>
                    <a:pt x="2832056" y="1667433"/>
                  </a:lnTo>
                  <a:lnTo>
                    <a:pt x="0" y="1667433"/>
                  </a:lnTo>
                  <a:close/>
                </a:path>
              </a:pathLst>
            </a:custGeom>
            <a:blipFill>
              <a:blip r:embed="rId2"/>
              <a:stretch>
                <a:fillRect t="-104" b="-104"/>
              </a:stretch>
            </a:blipFill>
          </p:spPr>
          <p:txBody>
            <a:bodyPr/>
            <a:lstStyle/>
            <a:p>
              <a:endParaRPr lang="vi-VN"/>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8575" y="266700"/>
            <a:ext cx="12172950" cy="0"/>
          </a:xfrm>
          <a:prstGeom prst="line">
            <a:avLst/>
          </a:prstGeom>
          <a:ln w="19050" cap="flat">
            <a:solidFill>
              <a:srgbClr val="0F3D91"/>
            </a:solidFill>
            <a:prstDash val="solid"/>
            <a:headEnd type="none" w="sm" len="sm"/>
            <a:tailEnd type="none" w="sm" len="sm"/>
          </a:ln>
        </p:spPr>
        <p:txBody>
          <a:bodyPr/>
          <a:lstStyle/>
          <a:p>
            <a:endParaRPr lang="vi-VN"/>
          </a:p>
        </p:txBody>
      </p:sp>
      <p:sp>
        <p:nvSpPr>
          <p:cNvPr id="3" name="AutoShape 3"/>
          <p:cNvSpPr/>
          <p:nvPr/>
        </p:nvSpPr>
        <p:spPr>
          <a:xfrm>
            <a:off x="131324" y="10096500"/>
            <a:ext cx="12172950" cy="0"/>
          </a:xfrm>
          <a:prstGeom prst="line">
            <a:avLst/>
          </a:prstGeom>
          <a:ln w="19050" cap="flat">
            <a:solidFill>
              <a:srgbClr val="0F3D91"/>
            </a:solidFill>
            <a:prstDash val="solid"/>
            <a:headEnd type="none" w="sm" len="sm"/>
            <a:tailEnd type="none" w="sm" len="sm"/>
          </a:ln>
        </p:spPr>
        <p:txBody>
          <a:bodyPr/>
          <a:lstStyle/>
          <a:p>
            <a:endParaRPr lang="vi-VN"/>
          </a:p>
        </p:txBody>
      </p:sp>
      <p:grpSp>
        <p:nvGrpSpPr>
          <p:cNvPr id="4" name="Group 4"/>
          <p:cNvGrpSpPr/>
          <p:nvPr/>
        </p:nvGrpSpPr>
        <p:grpSpPr>
          <a:xfrm>
            <a:off x="6817584" y="212828"/>
            <a:ext cx="10973380" cy="4823157"/>
            <a:chOff x="0" y="0"/>
            <a:chExt cx="2729993" cy="1597157"/>
          </a:xfrm>
        </p:grpSpPr>
        <p:sp>
          <p:nvSpPr>
            <p:cNvPr id="5" name="Freeform 5"/>
            <p:cNvSpPr/>
            <p:nvPr/>
          </p:nvSpPr>
          <p:spPr>
            <a:xfrm>
              <a:off x="0" y="0"/>
              <a:ext cx="2729993" cy="1597157"/>
            </a:xfrm>
            <a:custGeom>
              <a:avLst/>
              <a:gdLst/>
              <a:ahLst/>
              <a:cxnLst/>
              <a:rect l="l" t="t" r="r" b="b"/>
              <a:pathLst>
                <a:path w="2729993" h="1597157">
                  <a:moveTo>
                    <a:pt x="0" y="0"/>
                  </a:moveTo>
                  <a:lnTo>
                    <a:pt x="2729993" y="0"/>
                  </a:lnTo>
                  <a:lnTo>
                    <a:pt x="2729993" y="1597157"/>
                  </a:lnTo>
                  <a:lnTo>
                    <a:pt x="0" y="1597157"/>
                  </a:lnTo>
                  <a:close/>
                </a:path>
              </a:pathLst>
            </a:custGeom>
            <a:blipFill>
              <a:blip r:embed="rId2"/>
              <a:stretch>
                <a:fillRect t="-423" b="-423"/>
              </a:stretch>
            </a:blipFill>
          </p:spPr>
          <p:txBody>
            <a:bodyPr/>
            <a:lstStyle/>
            <a:p>
              <a:endParaRPr lang="vi-VN"/>
            </a:p>
          </p:txBody>
        </p:sp>
      </p:grpSp>
      <p:sp>
        <p:nvSpPr>
          <p:cNvPr id="6" name="TextBox 6"/>
          <p:cNvSpPr txBox="1"/>
          <p:nvPr/>
        </p:nvSpPr>
        <p:spPr>
          <a:xfrm>
            <a:off x="666750" y="1743920"/>
            <a:ext cx="5448300" cy="2501265"/>
          </a:xfrm>
          <a:prstGeom prst="rect">
            <a:avLst/>
          </a:prstGeom>
        </p:spPr>
        <p:txBody>
          <a:bodyPr lIns="0" tIns="0" rIns="0" bIns="0" rtlCol="0" anchor="t">
            <a:spAutoFit/>
          </a:bodyPr>
          <a:lstStyle/>
          <a:p>
            <a:pPr marL="0" lvl="0" indent="0" algn="l">
              <a:lnSpc>
                <a:spcPts val="9600"/>
              </a:lnSpc>
            </a:pPr>
            <a:r>
              <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rPr>
              <a:t>4.Phân </a:t>
            </a:r>
            <a:r>
              <a:rPr lang="en-US" sz="9600" spc="-192" dirty="0" err="1">
                <a:solidFill>
                  <a:srgbClr val="1877F2"/>
                </a:solidFill>
                <a:latin typeface="Noto Serif Display ExtraCondensed Light"/>
                <a:ea typeface="Noto Serif Display ExtraCondensed Light"/>
                <a:cs typeface="Noto Serif Display ExtraCondensed Light"/>
                <a:sym typeface="Noto Serif Display ExtraCondensed Light"/>
              </a:rPr>
              <a:t>Tích</a:t>
            </a:r>
            <a:r>
              <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rPr>
              <a:t> </a:t>
            </a:r>
            <a:r>
              <a:rPr lang="en-US" sz="9600" spc="-192" dirty="0" err="1">
                <a:solidFill>
                  <a:srgbClr val="1877F2"/>
                </a:solidFill>
                <a:latin typeface="Noto Serif Display ExtraCondensed Light"/>
                <a:ea typeface="Noto Serif Display ExtraCondensed Light"/>
                <a:cs typeface="Noto Serif Display ExtraCondensed Light"/>
                <a:sym typeface="Noto Serif Display ExtraCondensed Light"/>
              </a:rPr>
              <a:t>Giới</a:t>
            </a:r>
            <a:r>
              <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rPr>
              <a:t> </a:t>
            </a:r>
            <a:r>
              <a:rPr lang="en-US" sz="9600" spc="-192" dirty="0" err="1">
                <a:solidFill>
                  <a:srgbClr val="1877F2"/>
                </a:solidFill>
                <a:latin typeface="Noto Serif Display ExtraCondensed Light"/>
                <a:ea typeface="Noto Serif Display ExtraCondensed Light"/>
                <a:cs typeface="Noto Serif Display ExtraCondensed Light"/>
                <a:sym typeface="Noto Serif Display ExtraCondensed Light"/>
              </a:rPr>
              <a:t>Tính</a:t>
            </a:r>
            <a:endPar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endParaRPr>
          </a:p>
        </p:txBody>
      </p:sp>
      <p:grpSp>
        <p:nvGrpSpPr>
          <p:cNvPr id="7" name="Group 7"/>
          <p:cNvGrpSpPr/>
          <p:nvPr/>
        </p:nvGrpSpPr>
        <p:grpSpPr>
          <a:xfrm>
            <a:off x="666750" y="6572250"/>
            <a:ext cx="5448300" cy="2152650"/>
            <a:chOff x="0" y="0"/>
            <a:chExt cx="7264400" cy="2870200"/>
          </a:xfrm>
        </p:grpSpPr>
        <p:sp>
          <p:nvSpPr>
            <p:cNvPr id="8" name="TextBox 8"/>
            <p:cNvSpPr txBox="1"/>
            <p:nvPr/>
          </p:nvSpPr>
          <p:spPr>
            <a:xfrm>
              <a:off x="0" y="0"/>
              <a:ext cx="7264400" cy="558800"/>
            </a:xfrm>
            <a:prstGeom prst="rect">
              <a:avLst/>
            </a:prstGeom>
          </p:spPr>
          <p:txBody>
            <a:bodyPr lIns="0" tIns="0" rIns="0" bIns="0" rtlCol="0" anchor="t">
              <a:spAutoFit/>
            </a:bodyPr>
            <a:lstStyle/>
            <a:p>
              <a:pPr marL="0" lvl="0" indent="0" algn="l">
                <a:lnSpc>
                  <a:spcPts val="3359"/>
                </a:lnSpc>
              </a:pPr>
              <a:r>
                <a:rPr lang="en-US" sz="2799" b="1" u="none" strike="noStrike" dirty="0" err="1">
                  <a:solidFill>
                    <a:srgbClr val="0F3D91"/>
                  </a:solidFill>
                  <a:latin typeface="HK Grotesk Semi-Bold"/>
                  <a:ea typeface="HK Grotesk Semi-Bold"/>
                  <a:cs typeface="HK Grotesk Semi-Bold"/>
                  <a:sym typeface="HK Grotesk Semi-Bold"/>
                </a:rPr>
                <a:t>Tương</a:t>
              </a:r>
              <a:r>
                <a:rPr lang="en-US" sz="2799" b="1" u="none" strike="noStrike" dirty="0">
                  <a:solidFill>
                    <a:srgbClr val="0F3D91"/>
                  </a:solidFill>
                  <a:latin typeface="HK Grotesk Semi-Bold"/>
                  <a:ea typeface="HK Grotesk Semi-Bold"/>
                  <a:cs typeface="HK Grotesk Semi-Bold"/>
                  <a:sym typeface="HK Grotesk Semi-Bold"/>
                </a:rPr>
                <a:t> </a:t>
              </a:r>
              <a:r>
                <a:rPr lang="en-US" sz="2799" b="1" u="none" strike="noStrike" dirty="0" err="1">
                  <a:solidFill>
                    <a:srgbClr val="0F3D91"/>
                  </a:solidFill>
                  <a:latin typeface="HK Grotesk Semi-Bold"/>
                  <a:ea typeface="HK Grotesk Semi-Bold"/>
                  <a:cs typeface="HK Grotesk Semi-Bold"/>
                  <a:sym typeface="HK Grotesk Semi-Bold"/>
                </a:rPr>
                <a:t>Tác</a:t>
              </a:r>
              <a:r>
                <a:rPr lang="en-US" sz="2799" b="1" u="none" strike="noStrike" dirty="0">
                  <a:solidFill>
                    <a:srgbClr val="0F3D91"/>
                  </a:solidFill>
                  <a:latin typeface="HK Grotesk Semi-Bold"/>
                  <a:ea typeface="HK Grotesk Semi-Bold"/>
                  <a:cs typeface="HK Grotesk Semi-Bold"/>
                  <a:sym typeface="HK Grotesk Semi-Bold"/>
                </a:rPr>
                <a:t> </a:t>
              </a:r>
              <a:r>
                <a:rPr lang="en-US" sz="2799" b="1" u="none" strike="noStrike" dirty="0" err="1">
                  <a:solidFill>
                    <a:srgbClr val="0F3D91"/>
                  </a:solidFill>
                  <a:latin typeface="HK Grotesk Semi-Bold"/>
                  <a:ea typeface="HK Grotesk Semi-Bold"/>
                  <a:cs typeface="HK Grotesk Semi-Bold"/>
                  <a:sym typeface="HK Grotesk Semi-Bold"/>
                </a:rPr>
                <a:t>và</a:t>
              </a:r>
              <a:r>
                <a:rPr lang="en-US" sz="2799" b="1" u="none" strike="noStrike" dirty="0">
                  <a:solidFill>
                    <a:srgbClr val="0F3D91"/>
                  </a:solidFill>
                  <a:latin typeface="HK Grotesk Semi-Bold"/>
                  <a:ea typeface="HK Grotesk Semi-Bold"/>
                  <a:cs typeface="HK Grotesk Semi-Bold"/>
                  <a:sym typeface="HK Grotesk Semi-Bold"/>
                </a:rPr>
                <a:t> Likes</a:t>
              </a:r>
            </a:p>
          </p:txBody>
        </p:sp>
        <p:sp>
          <p:nvSpPr>
            <p:cNvPr id="9" name="TextBox 9"/>
            <p:cNvSpPr txBox="1"/>
            <p:nvPr/>
          </p:nvSpPr>
          <p:spPr>
            <a:xfrm>
              <a:off x="0" y="939800"/>
              <a:ext cx="7264400" cy="1930400"/>
            </a:xfrm>
            <a:prstGeom prst="rect">
              <a:avLst/>
            </a:prstGeom>
          </p:spPr>
          <p:txBody>
            <a:bodyPr lIns="0" tIns="0" rIns="0" bIns="0" rtlCol="0" anchor="t">
              <a:spAutoFit/>
            </a:bodyPr>
            <a:lstStyle/>
            <a:p>
              <a:pPr marL="0" lvl="0" indent="0" algn="l">
                <a:lnSpc>
                  <a:spcPts val="2879"/>
                </a:lnSpc>
              </a:pPr>
              <a:r>
                <a:rPr lang="en-US" sz="2400" u="none" strike="noStrike">
                  <a:solidFill>
                    <a:srgbClr val="0F3D91"/>
                  </a:solidFill>
                  <a:latin typeface="HK Grotesk"/>
                  <a:ea typeface="HK Grotesk"/>
                  <a:cs typeface="HK Grotesk"/>
                  <a:sym typeface="HK Grotesk"/>
                </a:rPr>
                <a:t>Phân tích cho thấy </a:t>
              </a:r>
              <a:r>
                <a:rPr lang="en-US" sz="2400" b="1" u="none" strike="noStrike">
                  <a:solidFill>
                    <a:srgbClr val="0F3D91"/>
                  </a:solidFill>
                  <a:latin typeface="HK Grotesk Bold"/>
                  <a:ea typeface="HK Grotesk Bold"/>
                  <a:cs typeface="HK Grotesk Bold"/>
                  <a:sym typeface="HK Grotesk Bold"/>
                </a:rPr>
                <a:t>nam giới chiếm ưu thế</a:t>
              </a:r>
              <a:r>
                <a:rPr lang="en-US" sz="2400" u="none" strike="noStrike">
                  <a:solidFill>
                    <a:srgbClr val="0F3D91"/>
                  </a:solidFill>
                  <a:latin typeface="HK Grotesk"/>
                  <a:ea typeface="HK Grotesk"/>
                  <a:cs typeface="HK Grotesk"/>
                  <a:sym typeface="HK Grotesk"/>
                </a:rPr>
                <a:t> trong số lượng người dùng, nhưng nữ giới lại có mức độ tương tác và lượt thích vượt trội hơn.</a:t>
              </a:r>
            </a:p>
          </p:txBody>
        </p:sp>
      </p:grpSp>
      <p:pic>
        <p:nvPicPr>
          <p:cNvPr id="11" name="Hình ảnh 10">
            <a:extLst>
              <a:ext uri="{FF2B5EF4-FFF2-40B4-BE49-F238E27FC236}">
                <a16:creationId xmlns:a16="http://schemas.microsoft.com/office/drawing/2014/main" id="{ACB767CA-A68D-0282-2000-E7C702E9DBD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87298" y="5251007"/>
            <a:ext cx="10803666" cy="503599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66750" y="1743920"/>
            <a:ext cx="5448300" cy="3720465"/>
          </a:xfrm>
          <a:prstGeom prst="rect">
            <a:avLst/>
          </a:prstGeom>
        </p:spPr>
        <p:txBody>
          <a:bodyPr lIns="0" tIns="0" rIns="0" bIns="0" rtlCol="0" anchor="t">
            <a:spAutoFit/>
          </a:bodyPr>
          <a:lstStyle/>
          <a:p>
            <a:pPr marL="0" lvl="0" indent="0" algn="l">
              <a:lnSpc>
                <a:spcPts val="9600"/>
              </a:lnSpc>
            </a:pPr>
            <a:r>
              <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rPr>
              <a:t>5.Nhóm </a:t>
            </a:r>
            <a:r>
              <a:rPr lang="en-US" sz="9600" spc="-192" dirty="0" err="1">
                <a:solidFill>
                  <a:srgbClr val="1877F2"/>
                </a:solidFill>
                <a:latin typeface="Noto Serif Display ExtraCondensed Light"/>
                <a:ea typeface="Noto Serif Display ExtraCondensed Light"/>
                <a:cs typeface="Noto Serif Display ExtraCondensed Light"/>
                <a:sym typeface="Noto Serif Display ExtraCondensed Light"/>
              </a:rPr>
              <a:t>Tuổi</a:t>
            </a:r>
            <a:r>
              <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rPr>
              <a:t> </a:t>
            </a:r>
            <a:r>
              <a:rPr lang="en-US" sz="9600" spc="-192" dirty="0" err="1">
                <a:solidFill>
                  <a:srgbClr val="1877F2"/>
                </a:solidFill>
                <a:latin typeface="Noto Serif Display ExtraCondensed Light"/>
                <a:ea typeface="Noto Serif Display ExtraCondensed Light"/>
                <a:cs typeface="Noto Serif Display ExtraCondensed Light"/>
                <a:sym typeface="Noto Serif Display ExtraCondensed Light"/>
              </a:rPr>
              <a:t>và</a:t>
            </a:r>
            <a:r>
              <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rPr>
              <a:t> </a:t>
            </a:r>
            <a:r>
              <a:rPr lang="en-US" sz="9600" spc="-192" dirty="0" err="1">
                <a:solidFill>
                  <a:srgbClr val="1877F2"/>
                </a:solidFill>
                <a:latin typeface="Noto Serif Display ExtraCondensed Light"/>
                <a:ea typeface="Noto Serif Display ExtraCondensed Light"/>
                <a:cs typeface="Noto Serif Display ExtraCondensed Light"/>
                <a:sym typeface="Noto Serif Display ExtraCondensed Light"/>
              </a:rPr>
              <a:t>Lượt</a:t>
            </a:r>
            <a:r>
              <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rPr>
              <a:t> Thích</a:t>
            </a:r>
          </a:p>
        </p:txBody>
      </p:sp>
      <p:grpSp>
        <p:nvGrpSpPr>
          <p:cNvPr id="3" name="Group 3"/>
          <p:cNvGrpSpPr/>
          <p:nvPr/>
        </p:nvGrpSpPr>
        <p:grpSpPr>
          <a:xfrm>
            <a:off x="666750" y="5919054"/>
            <a:ext cx="5448300" cy="3307422"/>
            <a:chOff x="0" y="0"/>
            <a:chExt cx="7264400" cy="4409896"/>
          </a:xfrm>
        </p:grpSpPr>
        <p:sp>
          <p:nvSpPr>
            <p:cNvPr id="4" name="TextBox 4"/>
            <p:cNvSpPr txBox="1"/>
            <p:nvPr/>
          </p:nvSpPr>
          <p:spPr>
            <a:xfrm>
              <a:off x="0" y="0"/>
              <a:ext cx="72644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0F3D91"/>
                  </a:solidFill>
                  <a:latin typeface="HK Grotesk Semi-Bold"/>
                  <a:ea typeface="HK Grotesk Semi-Bold"/>
                  <a:cs typeface="HK Grotesk Semi-Bold"/>
                  <a:sym typeface="HK Grotesk Semi-Bold"/>
                </a:rPr>
                <a:t>Phân Tích Dữ Liệu</a:t>
              </a:r>
            </a:p>
          </p:txBody>
        </p:sp>
        <p:sp>
          <p:nvSpPr>
            <p:cNvPr id="5" name="TextBox 5"/>
            <p:cNvSpPr txBox="1"/>
            <p:nvPr/>
          </p:nvSpPr>
          <p:spPr>
            <a:xfrm>
              <a:off x="0" y="939800"/>
              <a:ext cx="7264400" cy="3470096"/>
            </a:xfrm>
            <a:prstGeom prst="rect">
              <a:avLst/>
            </a:prstGeom>
          </p:spPr>
          <p:txBody>
            <a:bodyPr lIns="0" tIns="0" rIns="0" bIns="0" rtlCol="0" anchor="t">
              <a:spAutoFit/>
            </a:bodyPr>
            <a:lstStyle/>
            <a:p>
              <a:pPr marL="0" lvl="0" indent="0" algn="l">
                <a:lnSpc>
                  <a:spcPts val="2879"/>
                </a:lnSpc>
              </a:pPr>
              <a:r>
                <a:rPr lang="en-US" sz="2400" u="none" strike="noStrike" dirty="0" err="1">
                  <a:solidFill>
                    <a:srgbClr val="0F3D91"/>
                  </a:solidFill>
                  <a:latin typeface="HK Grotesk"/>
                  <a:ea typeface="HK Grotesk"/>
                  <a:cs typeface="HK Grotesk"/>
                  <a:sym typeface="HK Grotesk"/>
                </a:rPr>
                <a:t>Phân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tích</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cho</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thấy</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nhóm</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tuổi</a:t>
              </a:r>
              <a:r>
                <a:rPr lang="en-US" sz="2400" u="none" strike="noStrike" dirty="0">
                  <a:solidFill>
                    <a:srgbClr val="0F3D91"/>
                  </a:solidFill>
                  <a:latin typeface="HK Grotesk"/>
                  <a:ea typeface="HK Grotesk"/>
                  <a:cs typeface="HK Grotesk"/>
                  <a:sym typeface="HK Grotesk"/>
                </a:rPr>
                <a:t> 12.9-25.5 </a:t>
              </a:r>
              <a:r>
                <a:rPr lang="en-US" sz="2400" u="none" strike="noStrike" dirty="0" err="1">
                  <a:solidFill>
                    <a:srgbClr val="0F3D91"/>
                  </a:solidFill>
                  <a:latin typeface="HK Grotesk"/>
                  <a:ea typeface="HK Grotesk"/>
                  <a:cs typeface="HK Grotesk"/>
                  <a:sym typeface="HK Grotesk"/>
                </a:rPr>
                <a:t>có</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mức</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độ</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tương</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tác</a:t>
              </a:r>
              <a:r>
                <a:rPr lang="en-US" sz="2400" u="none" strike="noStrike" dirty="0">
                  <a:solidFill>
                    <a:srgbClr val="0F3D91"/>
                  </a:solidFill>
                  <a:latin typeface="HK Grotesk"/>
                  <a:ea typeface="HK Grotesk"/>
                  <a:cs typeface="HK Grotesk"/>
                  <a:sym typeface="HK Grotesk"/>
                </a:rPr>
                <a:t> like </a:t>
              </a:r>
              <a:r>
                <a:rPr lang="en-US" sz="2400" u="none" strike="noStrike" dirty="0" err="1">
                  <a:solidFill>
                    <a:srgbClr val="0F3D91"/>
                  </a:solidFill>
                  <a:latin typeface="HK Grotesk"/>
                  <a:ea typeface="HK Grotesk"/>
                  <a:cs typeface="HK Grotesk"/>
                  <a:sym typeface="HK Grotesk"/>
                </a:rPr>
                <a:t>cao</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nhất</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trong</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khi</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nhóm</a:t>
              </a:r>
              <a:r>
                <a:rPr lang="en-US" sz="2400" u="none" strike="noStrike" dirty="0">
                  <a:solidFill>
                    <a:srgbClr val="0F3D91"/>
                  </a:solidFill>
                  <a:latin typeface="HK Grotesk"/>
                  <a:ea typeface="HK Grotesk"/>
                  <a:cs typeface="HK Grotesk"/>
                  <a:sym typeface="HK Grotesk"/>
                </a:rPr>
                <a:t> 80-100 </a:t>
              </a:r>
              <a:r>
                <a:rPr lang="en-US" sz="2400" u="none" strike="noStrike" dirty="0" err="1">
                  <a:solidFill>
                    <a:srgbClr val="0F3D91"/>
                  </a:solidFill>
                  <a:latin typeface="HK Grotesk"/>
                  <a:ea typeface="HK Grotesk"/>
                  <a:cs typeface="HK Grotesk"/>
                  <a:sym typeface="HK Grotesk"/>
                </a:rPr>
                <a:t>có</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số</a:t>
              </a:r>
              <a:r>
                <a:rPr lang="en-US" sz="2400" u="none" strike="noStrike" dirty="0">
                  <a:solidFill>
                    <a:srgbClr val="0F3D91"/>
                  </a:solidFill>
                  <a:latin typeface="HK Grotesk"/>
                  <a:ea typeface="HK Grotesk"/>
                  <a:cs typeface="HK Grotesk"/>
                  <a:sym typeface="HK Grotesk"/>
                </a:rPr>
                <a:t> like </a:t>
              </a:r>
              <a:r>
                <a:rPr lang="en-US" sz="2400" u="none" strike="noStrike" dirty="0" err="1">
                  <a:solidFill>
                    <a:srgbClr val="0F3D91"/>
                  </a:solidFill>
                  <a:latin typeface="HK Grotesk"/>
                  <a:ea typeface="HK Grotesk"/>
                  <a:cs typeface="HK Grotesk"/>
                  <a:sym typeface="HK Grotesk"/>
                </a:rPr>
                <a:t>cao</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bất</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thường</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có</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thể</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chứa</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tài</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khoản</a:t>
              </a:r>
              <a:r>
                <a:rPr lang="en-US" sz="2400" u="none" strike="noStrike"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ảo</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hoặc</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người</a:t>
              </a:r>
              <a:r>
                <a:rPr lang="en-US" sz="2400" dirty="0">
                  <a:solidFill>
                    <a:srgbClr val="0F3D91"/>
                  </a:solidFill>
                  <a:latin typeface="HK Grotesk"/>
                  <a:ea typeface="HK Grotesk"/>
                  <a:cs typeface="HK Grotesk"/>
                  <a:sym typeface="HK Grotesk"/>
                </a:rPr>
                <a:t> dung </a:t>
              </a:r>
              <a:r>
                <a:rPr lang="en-US" sz="2400" dirty="0" err="1">
                  <a:solidFill>
                    <a:srgbClr val="0F3D91"/>
                  </a:solidFill>
                  <a:latin typeface="HK Grotesk"/>
                  <a:ea typeface="HK Grotesk"/>
                  <a:cs typeface="HK Grotesk"/>
                  <a:sym typeface="HK Grotesk"/>
                </a:rPr>
                <a:t>không</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muốn</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tiết</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lộ</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thông</a:t>
              </a:r>
              <a:r>
                <a:rPr lang="en-US" sz="2400" dirty="0">
                  <a:solidFill>
                    <a:srgbClr val="0F3D91"/>
                  </a:solidFill>
                  <a:latin typeface="HK Grotesk"/>
                  <a:ea typeface="HK Grotesk"/>
                  <a:cs typeface="HK Grotesk"/>
                  <a:sym typeface="HK Grotesk"/>
                </a:rPr>
                <a:t> tin </a:t>
              </a:r>
              <a:r>
                <a:rPr lang="en-US" sz="2400" dirty="0" err="1">
                  <a:solidFill>
                    <a:srgbClr val="0F3D91"/>
                  </a:solidFill>
                  <a:latin typeface="HK Grotesk"/>
                  <a:ea typeface="HK Grotesk"/>
                  <a:cs typeface="HK Grotesk"/>
                  <a:sym typeface="HK Grotesk"/>
                </a:rPr>
                <a:t>cá</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nhân</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còn</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lại</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nhóm</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tuổi</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trung</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niên</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có</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lượt</a:t>
              </a:r>
              <a:r>
                <a:rPr lang="en-US" sz="2400" dirty="0">
                  <a:solidFill>
                    <a:srgbClr val="0F3D91"/>
                  </a:solidFill>
                  <a:latin typeface="HK Grotesk"/>
                  <a:ea typeface="HK Grotesk"/>
                  <a:cs typeface="HK Grotesk"/>
                  <a:sym typeface="HK Grotesk"/>
                </a:rPr>
                <a:t> like </a:t>
              </a:r>
              <a:r>
                <a:rPr lang="en-US" sz="2400" dirty="0" err="1">
                  <a:solidFill>
                    <a:srgbClr val="0F3D91"/>
                  </a:solidFill>
                  <a:latin typeface="HK Grotesk"/>
                  <a:ea typeface="HK Grotesk"/>
                  <a:cs typeface="HK Grotesk"/>
                  <a:sym typeface="HK Grotesk"/>
                </a:rPr>
                <a:t>tương</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đối</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đồng</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đều</a:t>
              </a:r>
              <a:r>
                <a:rPr lang="en-US" sz="2400" u="none" strike="noStrike" dirty="0">
                  <a:solidFill>
                    <a:srgbClr val="0F3D91"/>
                  </a:solidFill>
                  <a:latin typeface="HK Grotesk"/>
                  <a:ea typeface="HK Grotesk"/>
                  <a:cs typeface="HK Grotesk"/>
                  <a:sym typeface="HK Grotesk"/>
                </a:rPr>
                <a:t>.</a:t>
              </a:r>
            </a:p>
          </p:txBody>
        </p:sp>
      </p:grpSp>
      <p:sp>
        <p:nvSpPr>
          <p:cNvPr id="6" name="AutoShape 6"/>
          <p:cNvSpPr/>
          <p:nvPr/>
        </p:nvSpPr>
        <p:spPr>
          <a:xfrm>
            <a:off x="0" y="676275"/>
            <a:ext cx="12172950" cy="0"/>
          </a:xfrm>
          <a:prstGeom prst="line">
            <a:avLst/>
          </a:prstGeom>
          <a:ln w="19050" cap="flat">
            <a:solidFill>
              <a:srgbClr val="0F3D91"/>
            </a:solidFill>
            <a:prstDash val="solid"/>
            <a:headEnd type="none" w="sm" len="sm"/>
            <a:tailEnd type="none" w="sm" len="sm"/>
          </a:ln>
        </p:spPr>
        <p:txBody>
          <a:bodyPr/>
          <a:lstStyle/>
          <a:p>
            <a:endParaRPr lang="vi-VN"/>
          </a:p>
        </p:txBody>
      </p:sp>
      <p:sp>
        <p:nvSpPr>
          <p:cNvPr id="7" name="AutoShape 7"/>
          <p:cNvSpPr/>
          <p:nvPr/>
        </p:nvSpPr>
        <p:spPr>
          <a:xfrm>
            <a:off x="0" y="9629775"/>
            <a:ext cx="12172950" cy="0"/>
          </a:xfrm>
          <a:prstGeom prst="line">
            <a:avLst/>
          </a:prstGeom>
          <a:ln w="19050" cap="flat">
            <a:solidFill>
              <a:srgbClr val="0F3D91"/>
            </a:solidFill>
            <a:prstDash val="solid"/>
            <a:headEnd type="none" w="sm" len="sm"/>
            <a:tailEnd type="none" w="sm" len="sm"/>
          </a:ln>
        </p:spPr>
        <p:txBody>
          <a:bodyPr/>
          <a:lstStyle/>
          <a:p>
            <a:endParaRPr lang="vi-VN"/>
          </a:p>
        </p:txBody>
      </p:sp>
      <p:grpSp>
        <p:nvGrpSpPr>
          <p:cNvPr id="8" name="Group 8"/>
          <p:cNvGrpSpPr/>
          <p:nvPr/>
        </p:nvGrpSpPr>
        <p:grpSpPr>
          <a:xfrm>
            <a:off x="6638761" y="2105593"/>
            <a:ext cx="11386591" cy="6717583"/>
            <a:chOff x="0" y="0"/>
            <a:chExt cx="2806318" cy="1655603"/>
          </a:xfrm>
        </p:grpSpPr>
        <p:sp>
          <p:nvSpPr>
            <p:cNvPr id="9" name="Freeform 9"/>
            <p:cNvSpPr/>
            <p:nvPr/>
          </p:nvSpPr>
          <p:spPr>
            <a:xfrm>
              <a:off x="0" y="0"/>
              <a:ext cx="2806318" cy="1655603"/>
            </a:xfrm>
            <a:custGeom>
              <a:avLst/>
              <a:gdLst/>
              <a:ahLst/>
              <a:cxnLst/>
              <a:rect l="l" t="t" r="r" b="b"/>
              <a:pathLst>
                <a:path w="2806318" h="1655603">
                  <a:moveTo>
                    <a:pt x="0" y="0"/>
                  </a:moveTo>
                  <a:lnTo>
                    <a:pt x="2806318" y="0"/>
                  </a:lnTo>
                  <a:lnTo>
                    <a:pt x="2806318" y="1655603"/>
                  </a:lnTo>
                  <a:lnTo>
                    <a:pt x="0" y="1655603"/>
                  </a:lnTo>
                  <a:close/>
                </a:path>
              </a:pathLst>
            </a:custGeom>
            <a:blipFill>
              <a:blip r:embed="rId2"/>
              <a:stretch>
                <a:fillRect t="-234" b="-234"/>
              </a:stretch>
            </a:blipFill>
          </p:spPr>
          <p:txBody>
            <a:bodyPr/>
            <a:lstStyle/>
            <a:p>
              <a:endParaRPr lang="vi-VN"/>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66750" y="1743920"/>
            <a:ext cx="5448300" cy="2501265"/>
          </a:xfrm>
          <a:prstGeom prst="rect">
            <a:avLst/>
          </a:prstGeom>
        </p:spPr>
        <p:txBody>
          <a:bodyPr lIns="0" tIns="0" rIns="0" bIns="0" rtlCol="0" anchor="t">
            <a:spAutoFit/>
          </a:bodyPr>
          <a:lstStyle/>
          <a:p>
            <a:pPr marL="0" lvl="0" indent="0" algn="l">
              <a:lnSpc>
                <a:spcPts val="9600"/>
              </a:lnSpc>
            </a:pPr>
            <a:r>
              <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rPr>
              <a:t>6.Thời Gian </a:t>
            </a:r>
            <a:r>
              <a:rPr lang="en-US" sz="9600" spc="-192" dirty="0" err="1">
                <a:solidFill>
                  <a:srgbClr val="1877F2"/>
                </a:solidFill>
                <a:latin typeface="Noto Serif Display ExtraCondensed Light"/>
                <a:ea typeface="Noto Serif Display ExtraCondensed Light"/>
                <a:cs typeface="Noto Serif Display ExtraCondensed Light"/>
                <a:sym typeface="Noto Serif Display ExtraCondensed Light"/>
              </a:rPr>
              <a:t>Sử</a:t>
            </a:r>
            <a:r>
              <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rPr>
              <a:t> </a:t>
            </a:r>
            <a:r>
              <a:rPr lang="en-US" sz="9600" spc="-192" dirty="0" err="1">
                <a:solidFill>
                  <a:srgbClr val="1877F2"/>
                </a:solidFill>
                <a:latin typeface="Noto Serif Display ExtraCondensed Light"/>
                <a:ea typeface="Noto Serif Display ExtraCondensed Light"/>
                <a:cs typeface="Noto Serif Display ExtraCondensed Light"/>
                <a:sym typeface="Noto Serif Display ExtraCondensed Light"/>
              </a:rPr>
              <a:t>Dụng</a:t>
            </a:r>
            <a:endPar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endParaRPr>
          </a:p>
        </p:txBody>
      </p:sp>
      <p:grpSp>
        <p:nvGrpSpPr>
          <p:cNvPr id="3" name="Group 3"/>
          <p:cNvGrpSpPr/>
          <p:nvPr/>
        </p:nvGrpSpPr>
        <p:grpSpPr>
          <a:xfrm>
            <a:off x="666750" y="6210300"/>
            <a:ext cx="5448300" cy="3307422"/>
            <a:chOff x="0" y="0"/>
            <a:chExt cx="7264400" cy="4409896"/>
          </a:xfrm>
        </p:grpSpPr>
        <p:sp>
          <p:nvSpPr>
            <p:cNvPr id="4" name="TextBox 4"/>
            <p:cNvSpPr txBox="1"/>
            <p:nvPr/>
          </p:nvSpPr>
          <p:spPr>
            <a:xfrm>
              <a:off x="0" y="0"/>
              <a:ext cx="72644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0F3D91"/>
                  </a:solidFill>
                  <a:latin typeface="HK Grotesk Semi-Bold"/>
                  <a:ea typeface="HK Grotesk Semi-Bold"/>
                  <a:cs typeface="HK Grotesk Semi-Bold"/>
                  <a:sym typeface="HK Grotesk Semi-Bold"/>
                </a:rPr>
                <a:t>Theo Nhóm Bạn Bè</a:t>
              </a:r>
            </a:p>
          </p:txBody>
        </p:sp>
        <p:sp>
          <p:nvSpPr>
            <p:cNvPr id="5" name="TextBox 5"/>
            <p:cNvSpPr txBox="1"/>
            <p:nvPr/>
          </p:nvSpPr>
          <p:spPr>
            <a:xfrm>
              <a:off x="0" y="939800"/>
              <a:ext cx="7264400" cy="3470096"/>
            </a:xfrm>
            <a:prstGeom prst="rect">
              <a:avLst/>
            </a:prstGeom>
          </p:spPr>
          <p:txBody>
            <a:bodyPr lIns="0" tIns="0" rIns="0" bIns="0" rtlCol="0" anchor="t">
              <a:spAutoFit/>
            </a:bodyPr>
            <a:lstStyle/>
            <a:p>
              <a:pPr marL="0" lvl="0" indent="0" algn="l">
                <a:lnSpc>
                  <a:spcPts val="2879"/>
                </a:lnSpc>
              </a:pPr>
              <a:r>
                <a:rPr lang="en-US" sz="2400" u="none" strike="noStrike" dirty="0" err="1">
                  <a:solidFill>
                    <a:srgbClr val="0F3D91"/>
                  </a:solidFill>
                  <a:latin typeface="HK Grotesk"/>
                  <a:ea typeface="HK Grotesk"/>
                  <a:cs typeface="HK Grotesk"/>
                  <a:sym typeface="HK Grotesk"/>
                </a:rPr>
                <a:t>Phân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tích</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cho</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thấy</a:t>
              </a:r>
              <a:r>
                <a:rPr lang="en-US" sz="2400" u="none" strike="noStrike" dirty="0">
                  <a:solidFill>
                    <a:srgbClr val="0F3D91"/>
                  </a:solidFill>
                  <a:latin typeface="HK Grotesk"/>
                  <a:ea typeface="HK Grotesk"/>
                  <a:cs typeface="HK Grotesk"/>
                  <a:sym typeface="HK Grotesk"/>
                </a:rPr>
                <a:t> </a:t>
              </a:r>
              <a:r>
                <a:rPr lang="en-US" sz="2400" b="1" u="none" strike="noStrike" dirty="0" err="1">
                  <a:solidFill>
                    <a:srgbClr val="0F3D91"/>
                  </a:solidFill>
                  <a:latin typeface="HK Grotesk Bold"/>
                  <a:ea typeface="HK Grotesk Bold"/>
                  <a:cs typeface="HK Grotesk Bold"/>
                  <a:sym typeface="HK Grotesk Bold"/>
                </a:rPr>
                <a:t>mối</a:t>
              </a:r>
              <a:r>
                <a:rPr lang="en-US" sz="2400" b="1" u="none" strike="noStrike" dirty="0">
                  <a:solidFill>
                    <a:srgbClr val="0F3D91"/>
                  </a:solidFill>
                  <a:latin typeface="HK Grotesk Bold"/>
                  <a:ea typeface="HK Grotesk Bold"/>
                  <a:cs typeface="HK Grotesk Bold"/>
                  <a:sym typeface="HK Grotesk Bold"/>
                </a:rPr>
                <a:t> </a:t>
              </a:r>
              <a:r>
                <a:rPr lang="en-US" sz="2400" b="1" u="none" strike="noStrike" dirty="0" err="1">
                  <a:solidFill>
                    <a:srgbClr val="0F3D91"/>
                  </a:solidFill>
                  <a:latin typeface="HK Grotesk Bold"/>
                  <a:ea typeface="HK Grotesk Bold"/>
                  <a:cs typeface="HK Grotesk Bold"/>
                  <a:sym typeface="HK Grotesk Bold"/>
                </a:rPr>
                <a:t>quan</a:t>
              </a:r>
              <a:r>
                <a:rPr lang="en-US" sz="2400" b="1" u="none" strike="noStrike" dirty="0">
                  <a:solidFill>
                    <a:srgbClr val="0F3D91"/>
                  </a:solidFill>
                  <a:latin typeface="HK Grotesk Bold"/>
                  <a:ea typeface="HK Grotesk Bold"/>
                  <a:cs typeface="HK Grotesk Bold"/>
                  <a:sym typeface="HK Grotesk Bold"/>
                </a:rPr>
                <a:t> </a:t>
              </a:r>
              <a:r>
                <a:rPr lang="en-US" sz="2400" b="1" u="none" strike="noStrike" dirty="0" err="1">
                  <a:solidFill>
                    <a:srgbClr val="0F3D91"/>
                  </a:solidFill>
                  <a:latin typeface="HK Grotesk Bold"/>
                  <a:ea typeface="HK Grotesk Bold"/>
                  <a:cs typeface="HK Grotesk Bold"/>
                  <a:sym typeface="HK Grotesk Bold"/>
                </a:rPr>
                <a:t>hệ</a:t>
              </a:r>
              <a:r>
                <a:rPr lang="en-US" sz="2400" b="1" u="none" strike="noStrike" dirty="0">
                  <a:solidFill>
                    <a:srgbClr val="0F3D91"/>
                  </a:solidFill>
                  <a:latin typeface="HK Grotesk Bold"/>
                  <a:ea typeface="HK Grotesk Bold"/>
                  <a:cs typeface="HK Grotesk Bold"/>
                  <a:sym typeface="HK Grotesk Bold"/>
                </a:rPr>
                <a:t> </a:t>
              </a:r>
              <a:r>
                <a:rPr lang="en-US" sz="2400" b="1" u="none" strike="noStrike" dirty="0" err="1">
                  <a:solidFill>
                    <a:srgbClr val="0F3D91"/>
                  </a:solidFill>
                  <a:latin typeface="HK Grotesk Bold"/>
                  <a:ea typeface="HK Grotesk Bold"/>
                  <a:cs typeface="HK Grotesk Bold"/>
                  <a:sym typeface="HK Grotesk Bold"/>
                </a:rPr>
                <a:t>tỉ</a:t>
              </a:r>
              <a:r>
                <a:rPr lang="en-US" sz="2400" b="1" u="none" strike="noStrike" dirty="0">
                  <a:solidFill>
                    <a:srgbClr val="0F3D91"/>
                  </a:solidFill>
                  <a:latin typeface="HK Grotesk Bold"/>
                  <a:ea typeface="HK Grotesk Bold"/>
                  <a:cs typeface="HK Grotesk Bold"/>
                  <a:sym typeface="HK Grotesk Bold"/>
                </a:rPr>
                <a:t> </a:t>
              </a:r>
              <a:r>
                <a:rPr lang="en-US" sz="2400" b="1" u="none" strike="noStrike" dirty="0" err="1">
                  <a:solidFill>
                    <a:srgbClr val="0F3D91"/>
                  </a:solidFill>
                  <a:latin typeface="HK Grotesk Bold"/>
                  <a:ea typeface="HK Grotesk Bold"/>
                  <a:cs typeface="HK Grotesk Bold"/>
                  <a:sym typeface="HK Grotesk Bold"/>
                </a:rPr>
                <a:t>lệ</a:t>
              </a:r>
              <a:r>
                <a:rPr lang="en-US" sz="2400" b="1" u="none" strike="noStrike" dirty="0">
                  <a:solidFill>
                    <a:srgbClr val="0F3D91"/>
                  </a:solidFill>
                  <a:latin typeface="HK Grotesk Bold"/>
                  <a:ea typeface="HK Grotesk Bold"/>
                  <a:cs typeface="HK Grotesk Bold"/>
                  <a:sym typeface="HK Grotesk Bold"/>
                </a:rPr>
                <a:t> </a:t>
              </a:r>
              <a:r>
                <a:rPr lang="en-US" sz="2400" b="1" u="none" strike="noStrike" dirty="0" err="1">
                  <a:solidFill>
                    <a:srgbClr val="0F3D91"/>
                  </a:solidFill>
                  <a:latin typeface="HK Grotesk Bold"/>
                  <a:ea typeface="HK Grotesk Bold"/>
                  <a:cs typeface="HK Grotesk Bold"/>
                  <a:sym typeface="HK Grotesk Bold"/>
                </a:rPr>
                <a:t>thuận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giữa</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số</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lượng</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bạn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bè</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và</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thời</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gian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sử</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dụng</a:t>
              </a:r>
              <a:r>
                <a:rPr lang="en-US" sz="2400" u="none" strike="noStrike" dirty="0">
                  <a:solidFill>
                    <a:srgbClr val="0F3D91"/>
                  </a:solidFill>
                  <a:latin typeface="HK Grotesk"/>
                  <a:ea typeface="HK Grotesk"/>
                  <a:cs typeface="HK Grotesk"/>
                  <a:sym typeface="HK Grotesk"/>
                </a:rPr>
                <a:t> Facebook, </a:t>
              </a:r>
              <a:r>
                <a:rPr lang="en-US" sz="2400" u="none" strike="noStrike" dirty="0" err="1">
                  <a:solidFill>
                    <a:srgbClr val="0F3D91"/>
                  </a:solidFill>
                  <a:latin typeface="HK Grotesk"/>
                  <a:ea typeface="HK Grotesk"/>
                  <a:cs typeface="HK Grotesk"/>
                  <a:sym typeface="HK Grotesk"/>
                </a:rPr>
                <a:t>với</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nhóm</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bạn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bè</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từ</a:t>
              </a:r>
              <a:r>
                <a:rPr lang="en-US" sz="2400" u="none" strike="noStrike" dirty="0">
                  <a:solidFill>
                    <a:srgbClr val="0F3D91"/>
                  </a:solidFill>
                  <a:latin typeface="HK Grotesk"/>
                  <a:ea typeface="HK Grotesk"/>
                  <a:cs typeface="HK Grotesk"/>
                  <a:sym typeface="HK Grotesk"/>
                </a:rPr>
                <a:t> 3,691 </a:t>
              </a:r>
              <a:r>
                <a:rPr lang="en-US" sz="2400" u="none" strike="noStrike" dirty="0" err="1">
                  <a:solidFill>
                    <a:srgbClr val="0F3D91"/>
                  </a:solidFill>
                  <a:latin typeface="HK Grotesk"/>
                  <a:ea typeface="HK Grotesk"/>
                  <a:cs typeface="HK Grotesk"/>
                  <a:sym typeface="HK Grotesk"/>
                </a:rPr>
                <a:t>đến</a:t>
              </a:r>
              <a:r>
                <a:rPr lang="en-US" sz="2400" u="none" strike="noStrike" dirty="0">
                  <a:solidFill>
                    <a:srgbClr val="0F3D91"/>
                  </a:solidFill>
                  <a:latin typeface="HK Grotesk"/>
                  <a:ea typeface="HK Grotesk"/>
                  <a:cs typeface="HK Grotesk"/>
                  <a:sym typeface="HK Grotesk"/>
                </a:rPr>
                <a:t> 4,921 </a:t>
              </a:r>
              <a:r>
                <a:rPr lang="en-US" sz="2400" u="none" strike="noStrike" dirty="0" err="1">
                  <a:solidFill>
                    <a:srgbClr val="0F3D91"/>
                  </a:solidFill>
                  <a:latin typeface="HK Grotesk"/>
                  <a:ea typeface="HK Grotesk"/>
                  <a:cs typeface="HK Grotesk"/>
                  <a:sym typeface="HK Grotesk"/>
                </a:rPr>
                <a:t>có</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thời</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gian</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sử</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dụng</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cao</a:t>
              </a:r>
              <a:r>
                <a:rPr lang="en-US" sz="2400" u="none" strike="noStrike" dirty="0">
                  <a:solidFill>
                    <a:srgbClr val="0F3D91"/>
                  </a:solidFill>
                  <a:latin typeface="HK Grotesk"/>
                  <a:ea typeface="HK Grotesk"/>
                  <a:cs typeface="HK Grotesk"/>
                  <a:sym typeface="HK Grotesk"/>
                </a:rPr>
                <a:t> </a:t>
              </a:r>
              <a:r>
                <a:rPr lang="en-US" sz="2400" u="none" strike="noStrike" dirty="0" err="1">
                  <a:solidFill>
                    <a:srgbClr val="0F3D91"/>
                  </a:solidFill>
                  <a:latin typeface="HK Grotesk"/>
                  <a:ea typeface="HK Grotesk"/>
                  <a:cs typeface="HK Grotesk"/>
                  <a:sym typeface="HK Grotesk"/>
                </a:rPr>
                <a:t>nhất</a:t>
              </a:r>
              <a:r>
                <a:rPr lang="en-US" sz="2400" dirty="0">
                  <a:solidFill>
                    <a:srgbClr val="0F3D91"/>
                  </a:solidFill>
                  <a:latin typeface="HK Grotesk"/>
                  <a:ea typeface="HK Grotesk"/>
                  <a:cs typeface="HK Grotesk"/>
                  <a:sym typeface="HK Grotesk"/>
                </a:rPr>
                <a:t> qua </a:t>
              </a:r>
              <a:r>
                <a:rPr lang="en-US" sz="2400" dirty="0" err="1">
                  <a:solidFill>
                    <a:srgbClr val="0F3D91"/>
                  </a:solidFill>
                  <a:latin typeface="HK Grotesk"/>
                  <a:ea typeface="HK Grotesk"/>
                  <a:cs typeface="HK Grotesk"/>
                  <a:sym typeface="HK Grotesk"/>
                </a:rPr>
                <a:t>đó</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thấy</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được</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người</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dùng</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càng</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lâu</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càng</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dễ</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xây</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dựng</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được</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mạng</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lưới</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bạn</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bè</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hơn</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trên</a:t>
              </a:r>
              <a:r>
                <a:rPr lang="en-US" sz="2400" dirty="0">
                  <a:solidFill>
                    <a:srgbClr val="0F3D91"/>
                  </a:solidFill>
                  <a:latin typeface="HK Grotesk"/>
                  <a:ea typeface="HK Grotesk"/>
                  <a:cs typeface="HK Grotesk"/>
                  <a:sym typeface="HK Grotesk"/>
                </a:rPr>
                <a:t> </a:t>
              </a:r>
              <a:r>
                <a:rPr lang="en-US" sz="2400" dirty="0" err="1">
                  <a:solidFill>
                    <a:srgbClr val="0F3D91"/>
                  </a:solidFill>
                  <a:latin typeface="HK Grotesk"/>
                  <a:ea typeface="HK Grotesk"/>
                  <a:cs typeface="HK Grotesk"/>
                  <a:sym typeface="HK Grotesk"/>
                </a:rPr>
                <a:t>facebook</a:t>
              </a:r>
              <a:endParaRPr lang="en-US" sz="2400" u="none" strike="noStrike" dirty="0">
                <a:solidFill>
                  <a:srgbClr val="0F3D91"/>
                </a:solidFill>
                <a:latin typeface="HK Grotesk"/>
                <a:ea typeface="HK Grotesk"/>
                <a:cs typeface="HK Grotesk"/>
                <a:sym typeface="HK Grotesk"/>
              </a:endParaRPr>
            </a:p>
          </p:txBody>
        </p:sp>
      </p:grpSp>
      <p:sp>
        <p:nvSpPr>
          <p:cNvPr id="6" name="AutoShape 6"/>
          <p:cNvSpPr/>
          <p:nvPr/>
        </p:nvSpPr>
        <p:spPr>
          <a:xfrm>
            <a:off x="0" y="676275"/>
            <a:ext cx="12172950" cy="0"/>
          </a:xfrm>
          <a:prstGeom prst="line">
            <a:avLst/>
          </a:prstGeom>
          <a:ln w="19050" cap="flat">
            <a:solidFill>
              <a:srgbClr val="0F3D91"/>
            </a:solidFill>
            <a:prstDash val="solid"/>
            <a:headEnd type="none" w="sm" len="sm"/>
            <a:tailEnd type="none" w="sm" len="sm"/>
          </a:ln>
        </p:spPr>
        <p:txBody>
          <a:bodyPr/>
          <a:lstStyle/>
          <a:p>
            <a:endParaRPr lang="vi-VN"/>
          </a:p>
        </p:txBody>
      </p:sp>
      <p:sp>
        <p:nvSpPr>
          <p:cNvPr id="7" name="AutoShape 7"/>
          <p:cNvSpPr/>
          <p:nvPr/>
        </p:nvSpPr>
        <p:spPr>
          <a:xfrm>
            <a:off x="0" y="9629775"/>
            <a:ext cx="12172950" cy="0"/>
          </a:xfrm>
          <a:prstGeom prst="line">
            <a:avLst/>
          </a:prstGeom>
          <a:ln w="19050" cap="flat">
            <a:solidFill>
              <a:srgbClr val="0F3D91"/>
            </a:solidFill>
            <a:prstDash val="solid"/>
            <a:headEnd type="none" w="sm" len="sm"/>
            <a:tailEnd type="none" w="sm" len="sm"/>
          </a:ln>
        </p:spPr>
        <p:txBody>
          <a:bodyPr/>
          <a:lstStyle/>
          <a:p>
            <a:endParaRPr lang="vi-VN"/>
          </a:p>
        </p:txBody>
      </p:sp>
      <p:grpSp>
        <p:nvGrpSpPr>
          <p:cNvPr id="8" name="Group 8"/>
          <p:cNvGrpSpPr/>
          <p:nvPr/>
        </p:nvGrpSpPr>
        <p:grpSpPr>
          <a:xfrm>
            <a:off x="6642803" y="1993333"/>
            <a:ext cx="11366717" cy="6731567"/>
            <a:chOff x="0" y="0"/>
            <a:chExt cx="2883257" cy="1707515"/>
          </a:xfrm>
        </p:grpSpPr>
        <p:sp>
          <p:nvSpPr>
            <p:cNvPr id="9" name="Freeform 9"/>
            <p:cNvSpPr/>
            <p:nvPr/>
          </p:nvSpPr>
          <p:spPr>
            <a:xfrm>
              <a:off x="0" y="0"/>
              <a:ext cx="2883257" cy="1707515"/>
            </a:xfrm>
            <a:custGeom>
              <a:avLst/>
              <a:gdLst/>
              <a:ahLst/>
              <a:cxnLst/>
              <a:rect l="l" t="t" r="r" b="b"/>
              <a:pathLst>
                <a:path w="2883257" h="1707515">
                  <a:moveTo>
                    <a:pt x="0" y="0"/>
                  </a:moveTo>
                  <a:lnTo>
                    <a:pt x="2883257" y="0"/>
                  </a:lnTo>
                  <a:lnTo>
                    <a:pt x="2883257" y="1707515"/>
                  </a:lnTo>
                  <a:lnTo>
                    <a:pt x="0" y="1707515"/>
                  </a:lnTo>
                  <a:close/>
                </a:path>
              </a:pathLst>
            </a:custGeom>
            <a:blipFill>
              <a:blip r:embed="rId2"/>
              <a:stretch>
                <a:fillRect l="-187" r="-187"/>
              </a:stretch>
            </a:blipFill>
          </p:spPr>
          <p:txBody>
            <a:bodyPr/>
            <a:lstStyle/>
            <a:p>
              <a:endParaRPr lang="vi-VN"/>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676275"/>
            <a:ext cx="12172950" cy="0"/>
          </a:xfrm>
          <a:prstGeom prst="line">
            <a:avLst/>
          </a:prstGeom>
          <a:ln w="19050" cap="flat">
            <a:solidFill>
              <a:srgbClr val="0F3D91"/>
            </a:solidFill>
            <a:prstDash val="solid"/>
            <a:headEnd type="none" w="sm" len="sm"/>
            <a:tailEnd type="none" w="sm" len="sm"/>
          </a:ln>
        </p:spPr>
        <p:txBody>
          <a:bodyPr/>
          <a:lstStyle/>
          <a:p>
            <a:endParaRPr lang="vi-VN"/>
          </a:p>
        </p:txBody>
      </p:sp>
      <p:sp>
        <p:nvSpPr>
          <p:cNvPr id="3" name="AutoShape 3"/>
          <p:cNvSpPr/>
          <p:nvPr/>
        </p:nvSpPr>
        <p:spPr>
          <a:xfrm>
            <a:off x="0" y="9629775"/>
            <a:ext cx="12172950" cy="0"/>
          </a:xfrm>
          <a:prstGeom prst="line">
            <a:avLst/>
          </a:prstGeom>
          <a:ln w="19050" cap="flat">
            <a:solidFill>
              <a:srgbClr val="0F3D91"/>
            </a:solidFill>
            <a:prstDash val="solid"/>
            <a:headEnd type="none" w="sm" len="sm"/>
            <a:tailEnd type="none" w="sm" len="sm"/>
          </a:ln>
        </p:spPr>
        <p:txBody>
          <a:bodyPr/>
          <a:lstStyle/>
          <a:p>
            <a:endParaRPr lang="vi-VN"/>
          </a:p>
        </p:txBody>
      </p:sp>
      <p:grpSp>
        <p:nvGrpSpPr>
          <p:cNvPr id="4" name="Group 4"/>
          <p:cNvGrpSpPr/>
          <p:nvPr/>
        </p:nvGrpSpPr>
        <p:grpSpPr>
          <a:xfrm>
            <a:off x="7032193" y="1080168"/>
            <a:ext cx="10850207" cy="8549607"/>
            <a:chOff x="0" y="0"/>
            <a:chExt cx="3634954" cy="2864224"/>
          </a:xfrm>
        </p:grpSpPr>
        <p:sp>
          <p:nvSpPr>
            <p:cNvPr id="5" name="Freeform 5"/>
            <p:cNvSpPr/>
            <p:nvPr/>
          </p:nvSpPr>
          <p:spPr>
            <a:xfrm>
              <a:off x="0" y="0"/>
              <a:ext cx="3634954" cy="2864224"/>
            </a:xfrm>
            <a:custGeom>
              <a:avLst/>
              <a:gdLst/>
              <a:ahLst/>
              <a:cxnLst/>
              <a:rect l="l" t="t" r="r" b="b"/>
              <a:pathLst>
                <a:path w="3634954" h="2864224">
                  <a:moveTo>
                    <a:pt x="0" y="0"/>
                  </a:moveTo>
                  <a:lnTo>
                    <a:pt x="3634954" y="0"/>
                  </a:lnTo>
                  <a:lnTo>
                    <a:pt x="3634954" y="2864224"/>
                  </a:lnTo>
                  <a:lnTo>
                    <a:pt x="0" y="2864224"/>
                  </a:lnTo>
                  <a:close/>
                </a:path>
              </a:pathLst>
            </a:custGeom>
            <a:blipFill>
              <a:blip r:embed="rId2"/>
              <a:stretch>
                <a:fillRect l="-188" r="-188"/>
              </a:stretch>
            </a:blipFill>
          </p:spPr>
          <p:txBody>
            <a:bodyPr/>
            <a:lstStyle/>
            <a:p>
              <a:endParaRPr lang="vi-VN"/>
            </a:p>
          </p:txBody>
        </p:sp>
      </p:grpSp>
      <p:sp>
        <p:nvSpPr>
          <p:cNvPr id="6" name="TextBox 6"/>
          <p:cNvSpPr txBox="1"/>
          <p:nvPr/>
        </p:nvSpPr>
        <p:spPr>
          <a:xfrm>
            <a:off x="666750" y="1743920"/>
            <a:ext cx="5448300" cy="2501265"/>
          </a:xfrm>
          <a:prstGeom prst="rect">
            <a:avLst/>
          </a:prstGeom>
        </p:spPr>
        <p:txBody>
          <a:bodyPr lIns="0" tIns="0" rIns="0" bIns="0" rtlCol="0" anchor="t">
            <a:spAutoFit/>
          </a:bodyPr>
          <a:lstStyle/>
          <a:p>
            <a:pPr marL="0" lvl="0" indent="0" algn="l">
              <a:lnSpc>
                <a:spcPts val="9600"/>
              </a:lnSpc>
            </a:pPr>
            <a:r>
              <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rPr>
              <a:t> 7.Ma </a:t>
            </a:r>
            <a:r>
              <a:rPr lang="en-US" sz="9600" spc="-192" dirty="0" err="1">
                <a:solidFill>
                  <a:srgbClr val="1877F2"/>
                </a:solidFill>
                <a:latin typeface="Noto Serif Display ExtraCondensed Light"/>
                <a:ea typeface="Noto Serif Display ExtraCondensed Light"/>
                <a:cs typeface="Noto Serif Display ExtraCondensed Light"/>
                <a:sym typeface="Noto Serif Display ExtraCondensed Light"/>
              </a:rPr>
              <a:t>trận</a:t>
            </a:r>
            <a:r>
              <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rPr>
              <a:t> </a:t>
            </a:r>
            <a:r>
              <a:rPr lang="en-US" sz="9600" spc="-192" dirty="0" err="1">
                <a:solidFill>
                  <a:srgbClr val="1877F2"/>
                </a:solidFill>
                <a:latin typeface="Noto Serif Display ExtraCondensed Light"/>
                <a:ea typeface="Noto Serif Display ExtraCondensed Light"/>
                <a:cs typeface="Noto Serif Display ExtraCondensed Light"/>
                <a:sym typeface="Noto Serif Display ExtraCondensed Light"/>
              </a:rPr>
              <a:t>Tương</a:t>
            </a:r>
            <a:r>
              <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rPr>
              <a:t> </a:t>
            </a:r>
            <a:r>
              <a:rPr lang="en-US" sz="9600" spc="-192" dirty="0" err="1">
                <a:solidFill>
                  <a:srgbClr val="1877F2"/>
                </a:solidFill>
                <a:latin typeface="Noto Serif Display ExtraCondensed Light"/>
                <a:ea typeface="Noto Serif Display ExtraCondensed Light"/>
                <a:cs typeface="Noto Serif Display ExtraCondensed Light"/>
                <a:sym typeface="Noto Serif Display ExtraCondensed Light"/>
              </a:rPr>
              <a:t>quan</a:t>
            </a:r>
            <a:endParaRPr lang="en-US" sz="9600" spc="-192" dirty="0">
              <a:solidFill>
                <a:srgbClr val="1877F2"/>
              </a:solidFill>
              <a:latin typeface="Noto Serif Display ExtraCondensed Light"/>
              <a:ea typeface="Noto Serif Display ExtraCondensed Light"/>
              <a:cs typeface="Noto Serif Display ExtraCondensed Light"/>
              <a:sym typeface="Noto Serif Display ExtraCondensed Light"/>
            </a:endParaRPr>
          </a:p>
        </p:txBody>
      </p:sp>
      <p:grpSp>
        <p:nvGrpSpPr>
          <p:cNvPr id="7" name="Group 7"/>
          <p:cNvGrpSpPr/>
          <p:nvPr/>
        </p:nvGrpSpPr>
        <p:grpSpPr>
          <a:xfrm>
            <a:off x="349805" y="4245185"/>
            <a:ext cx="6682388" cy="4847224"/>
            <a:chOff x="96075" y="-74005"/>
            <a:chExt cx="8109587" cy="6296257"/>
          </a:xfrm>
        </p:grpSpPr>
        <p:sp>
          <p:nvSpPr>
            <p:cNvPr id="8" name="TextBox 8"/>
            <p:cNvSpPr txBox="1"/>
            <p:nvPr/>
          </p:nvSpPr>
          <p:spPr>
            <a:xfrm>
              <a:off x="4504657" y="4488733"/>
              <a:ext cx="1941814" cy="162369"/>
            </a:xfrm>
            <a:prstGeom prst="rect">
              <a:avLst/>
            </a:prstGeom>
          </p:spPr>
          <p:txBody>
            <a:bodyPr lIns="0" tIns="0" rIns="0" bIns="0" rtlCol="0" anchor="t">
              <a:spAutoFit/>
            </a:bodyPr>
            <a:lstStyle/>
            <a:p>
              <a:pPr marL="0" lvl="0" indent="0" algn="l">
                <a:lnSpc>
                  <a:spcPts val="976"/>
                </a:lnSpc>
              </a:pPr>
              <a:endParaRPr/>
            </a:p>
          </p:txBody>
        </p:sp>
        <p:sp>
          <p:nvSpPr>
            <p:cNvPr id="9" name="TextBox 9"/>
            <p:cNvSpPr txBox="1"/>
            <p:nvPr/>
          </p:nvSpPr>
          <p:spPr>
            <a:xfrm>
              <a:off x="96075" y="-74005"/>
              <a:ext cx="8109587" cy="6296257"/>
            </a:xfrm>
            <a:prstGeom prst="rect">
              <a:avLst/>
            </a:prstGeom>
          </p:spPr>
          <p:txBody>
            <a:bodyPr lIns="0" tIns="0" rIns="0" bIns="0" rtlCol="0" anchor="t">
              <a:spAutoFit/>
            </a:bodyPr>
            <a:lstStyle/>
            <a:p>
              <a:pPr marL="484480" lvl="1" indent="-242240" algn="l">
                <a:lnSpc>
                  <a:spcPts val="2692"/>
                </a:lnSpc>
                <a:buFont typeface="Arial"/>
                <a:buChar char="•"/>
              </a:pPr>
              <a:r>
                <a:rPr lang="en-US" sz="2244" b="1" dirty="0">
                  <a:solidFill>
                    <a:srgbClr val="0F3D91"/>
                  </a:solidFill>
                  <a:latin typeface="HK Grotesk Bold"/>
                  <a:ea typeface="HK Grotesk Bold"/>
                  <a:cs typeface="HK Grotesk Bold"/>
                  <a:sym typeface="HK Grotesk Bold"/>
                </a:rPr>
                <a:t>Like</a:t>
              </a:r>
              <a:r>
                <a:rPr lang="en-US" sz="2244" b="1" u="none" strike="noStrike" dirty="0">
                  <a:solidFill>
                    <a:srgbClr val="0F3D91"/>
                  </a:solidFill>
                  <a:latin typeface="HK Grotesk Bold"/>
                  <a:ea typeface="HK Grotesk Bold"/>
                  <a:cs typeface="HK Grotesk Bold"/>
                  <a:sym typeface="HK Grotesk Bold"/>
                </a:rPr>
                <a:t> </a:t>
              </a:r>
              <a:r>
                <a:rPr lang="en-US" sz="2244" b="1" u="none" strike="noStrike" dirty="0" err="1">
                  <a:solidFill>
                    <a:srgbClr val="0F3D91"/>
                  </a:solidFill>
                  <a:latin typeface="HK Grotesk Bold"/>
                  <a:ea typeface="HK Grotesk Bold"/>
                  <a:cs typeface="HK Grotesk Bold"/>
                  <a:sym typeface="HK Grotesk Bold"/>
                </a:rPr>
                <a:t>tổng</a:t>
              </a:r>
              <a:r>
                <a:rPr lang="en-US" sz="2244" b="1" u="none" strike="noStrike" dirty="0">
                  <a:solidFill>
                    <a:srgbClr val="0F3D91"/>
                  </a:solidFill>
                  <a:latin typeface="HK Grotesk Bold"/>
                  <a:ea typeface="HK Grotesk Bold"/>
                  <a:cs typeface="HK Grotesk Bold"/>
                  <a:sym typeface="HK Grotesk Bold"/>
                </a:rPr>
                <a:t> &amp; Like di </a:t>
              </a:r>
              <a:r>
                <a:rPr lang="en-US" sz="2244" b="1" u="none" strike="noStrike" dirty="0" err="1">
                  <a:solidFill>
                    <a:srgbClr val="0F3D91"/>
                  </a:solidFill>
                  <a:latin typeface="HK Grotesk Bold"/>
                  <a:ea typeface="HK Grotesk Bold"/>
                  <a:cs typeface="HK Grotesk Bold"/>
                  <a:sym typeface="HK Grotesk Bold"/>
                </a:rPr>
                <a:t>động</a:t>
              </a:r>
              <a:r>
                <a:rPr lang="en-US" sz="2244" b="1" u="none" strike="noStrike" dirty="0">
                  <a:solidFill>
                    <a:srgbClr val="0F3D91"/>
                  </a:solidFill>
                  <a:latin typeface="HK Grotesk Bold"/>
                  <a:ea typeface="HK Grotesk Bold"/>
                  <a:cs typeface="HK Grotesk Bold"/>
                  <a:sym typeface="HK Grotesk Bold"/>
                </a:rPr>
                <a:t> (96%</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Mối</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quan</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hệ</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rất</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mạnh</a:t>
              </a:r>
              <a:r>
                <a:rPr lang="en-US" sz="2244" dirty="0">
                  <a:solidFill>
                    <a:srgbClr val="0F3D91"/>
                  </a:solidFill>
                  <a:latin typeface="HK Grotesk"/>
                  <a:ea typeface="HK Grotesk"/>
                  <a:cs typeface="HK Grotesk"/>
                  <a:sym typeface="HK Grotesk"/>
                </a:rPr>
                <a:t> </a:t>
              </a:r>
              <a:r>
                <a:rPr lang="en-US" sz="2244" dirty="0" err="1">
                  <a:solidFill>
                    <a:srgbClr val="0F3D91"/>
                  </a:solidFill>
                  <a:latin typeface="HK Grotesk"/>
                  <a:ea typeface="HK Grotesk"/>
                  <a:cs typeface="HK Grotesk"/>
                  <a:sym typeface="HK Grotesk"/>
                </a:rPr>
                <a:t>điều</a:t>
              </a:r>
              <a:r>
                <a:rPr lang="en-US" sz="2244" dirty="0">
                  <a:solidFill>
                    <a:srgbClr val="0F3D91"/>
                  </a:solidFill>
                  <a:latin typeface="HK Grotesk"/>
                  <a:ea typeface="HK Grotesk"/>
                  <a:cs typeface="HK Grotesk"/>
                  <a:sym typeface="HK Grotesk"/>
                </a:rPr>
                <a:t> </a:t>
              </a:r>
              <a:r>
                <a:rPr lang="en-US" sz="2244" dirty="0" err="1">
                  <a:solidFill>
                    <a:srgbClr val="0F3D91"/>
                  </a:solidFill>
                  <a:latin typeface="HK Grotesk"/>
                  <a:ea typeface="HK Grotesk"/>
                  <a:cs typeface="HK Grotesk"/>
                  <a:sym typeface="HK Grotesk"/>
                </a:rPr>
                <a:t>này</a:t>
              </a:r>
              <a:r>
                <a:rPr lang="en-US" sz="2244" dirty="0">
                  <a:solidFill>
                    <a:srgbClr val="0F3D91"/>
                  </a:solidFill>
                  <a:latin typeface="HK Grotesk"/>
                  <a:ea typeface="HK Grotesk"/>
                  <a:cs typeface="HK Grotesk"/>
                  <a:sym typeface="HK Grotesk"/>
                </a:rPr>
                <a:t> </a:t>
              </a:r>
              <a:r>
                <a:rPr lang="en-US" sz="2244" dirty="0" err="1">
                  <a:solidFill>
                    <a:srgbClr val="0F3D91"/>
                  </a:solidFill>
                  <a:latin typeface="HK Grotesk"/>
                  <a:ea typeface="HK Grotesk"/>
                  <a:cs typeface="HK Grotesk"/>
                  <a:sym typeface="HK Grotesk"/>
                </a:rPr>
                <a:t>khẳng</a:t>
              </a:r>
              <a:r>
                <a:rPr lang="en-US" sz="2244" dirty="0">
                  <a:solidFill>
                    <a:srgbClr val="0F3D91"/>
                  </a:solidFill>
                  <a:latin typeface="HK Grotesk"/>
                  <a:ea typeface="HK Grotesk"/>
                  <a:cs typeface="HK Grotesk"/>
                  <a:sym typeface="HK Grotesk"/>
                </a:rPr>
                <a:t> </a:t>
              </a:r>
              <a:r>
                <a:rPr lang="en-US" sz="2244" dirty="0" err="1">
                  <a:solidFill>
                    <a:srgbClr val="0F3D91"/>
                  </a:solidFill>
                  <a:latin typeface="HK Grotesk"/>
                  <a:ea typeface="HK Grotesk"/>
                  <a:cs typeface="HK Grotesk"/>
                  <a:sym typeface="HK Grotesk"/>
                </a:rPr>
                <a:t>định</a:t>
              </a:r>
              <a:r>
                <a:rPr lang="en-US" sz="2244" u="none" strike="noStrike" dirty="0">
                  <a:solidFill>
                    <a:srgbClr val="0F3D91"/>
                  </a:solidFill>
                  <a:latin typeface="HK Grotesk"/>
                  <a:ea typeface="HK Grotesk"/>
                  <a:cs typeface="HK Grotesk"/>
                  <a:sym typeface="HK Grotesk"/>
                </a:rPr>
                <a:t> di </a:t>
              </a:r>
              <a:r>
                <a:rPr lang="en-US" sz="2244" u="none" strike="noStrike" dirty="0" err="1">
                  <a:solidFill>
                    <a:srgbClr val="0F3D91"/>
                  </a:solidFill>
                  <a:latin typeface="HK Grotesk"/>
                  <a:ea typeface="HK Grotesk"/>
                  <a:cs typeface="HK Grotesk"/>
                  <a:sym typeface="HK Grotesk"/>
                </a:rPr>
                <a:t>động</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là</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kênh</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tương</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tác</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chính</a:t>
              </a:r>
              <a:r>
                <a:rPr lang="en-US" sz="2244" dirty="0">
                  <a:solidFill>
                    <a:srgbClr val="0F3D91"/>
                  </a:solidFill>
                  <a:latin typeface="HK Grotesk"/>
                  <a:ea typeface="HK Grotesk"/>
                  <a:cs typeface="HK Grotesk"/>
                  <a:sym typeface="HK Grotesk"/>
                </a:rPr>
                <a:t> </a:t>
              </a:r>
              <a:r>
                <a:rPr lang="en-US" sz="2244" dirty="0" err="1">
                  <a:solidFill>
                    <a:srgbClr val="0F3D91"/>
                  </a:solidFill>
                  <a:latin typeface="HK Grotesk"/>
                  <a:ea typeface="HK Grotesk"/>
                  <a:cs typeface="HK Grotesk"/>
                  <a:sym typeface="HK Grotesk"/>
                </a:rPr>
                <a:t>trên</a:t>
              </a:r>
              <a:r>
                <a:rPr lang="en-US" sz="2244" dirty="0">
                  <a:solidFill>
                    <a:srgbClr val="0F3D91"/>
                  </a:solidFill>
                  <a:latin typeface="HK Grotesk"/>
                  <a:ea typeface="HK Grotesk"/>
                  <a:cs typeface="HK Grotesk"/>
                  <a:sym typeface="HK Grotesk"/>
                </a:rPr>
                <a:t> </a:t>
              </a:r>
              <a:r>
                <a:rPr lang="en-US" sz="2244" dirty="0" err="1">
                  <a:solidFill>
                    <a:srgbClr val="0F3D91"/>
                  </a:solidFill>
                  <a:latin typeface="HK Grotesk"/>
                  <a:ea typeface="HK Grotesk"/>
                  <a:cs typeface="HK Grotesk"/>
                  <a:sym typeface="HK Grotesk"/>
                </a:rPr>
                <a:t>nền</a:t>
              </a:r>
              <a:r>
                <a:rPr lang="en-US" sz="2244" dirty="0">
                  <a:solidFill>
                    <a:srgbClr val="0F3D91"/>
                  </a:solidFill>
                  <a:latin typeface="HK Grotesk"/>
                  <a:ea typeface="HK Grotesk"/>
                  <a:cs typeface="HK Grotesk"/>
                  <a:sym typeface="HK Grotesk"/>
                </a:rPr>
                <a:t> </a:t>
              </a:r>
              <a:r>
                <a:rPr lang="en-US" sz="2244" dirty="0" err="1">
                  <a:solidFill>
                    <a:srgbClr val="0F3D91"/>
                  </a:solidFill>
                  <a:latin typeface="HK Grotesk"/>
                  <a:ea typeface="HK Grotesk"/>
                  <a:cs typeface="HK Grotesk"/>
                  <a:sym typeface="HK Grotesk"/>
                </a:rPr>
                <a:t>tảng</a:t>
              </a:r>
              <a:r>
                <a:rPr lang="en-US" sz="2244" dirty="0">
                  <a:solidFill>
                    <a:srgbClr val="0F3D91"/>
                  </a:solidFill>
                  <a:latin typeface="HK Grotesk"/>
                  <a:ea typeface="HK Grotesk"/>
                  <a:cs typeface="HK Grotesk"/>
                  <a:sym typeface="HK Grotesk"/>
                </a:rPr>
                <a:t> Facebook</a:t>
              </a:r>
              <a:endParaRPr lang="en-US" sz="2244" u="none" strike="noStrike" dirty="0">
                <a:solidFill>
                  <a:srgbClr val="0F3D91"/>
                </a:solidFill>
                <a:latin typeface="HK Grotesk"/>
                <a:ea typeface="HK Grotesk"/>
                <a:cs typeface="HK Grotesk"/>
                <a:sym typeface="HK Grotesk"/>
              </a:endParaRPr>
            </a:p>
            <a:p>
              <a:pPr marL="484480" lvl="1" indent="-242240" algn="l">
                <a:lnSpc>
                  <a:spcPts val="2692"/>
                </a:lnSpc>
                <a:buFont typeface="Arial"/>
                <a:buChar char="•"/>
              </a:pPr>
              <a:r>
                <a:rPr lang="en-US" sz="2244" b="1" u="none" strike="noStrike" dirty="0">
                  <a:solidFill>
                    <a:srgbClr val="0F3D91"/>
                  </a:solidFill>
                  <a:latin typeface="HK Grotesk Bold"/>
                  <a:ea typeface="HK Grotesk Bold"/>
                  <a:cs typeface="HK Grotesk Bold"/>
                  <a:sym typeface="HK Grotesk Bold"/>
                </a:rPr>
                <a:t>Like </a:t>
              </a:r>
              <a:r>
                <a:rPr lang="en-US" sz="2244" b="1" u="none" strike="noStrike" dirty="0" err="1">
                  <a:solidFill>
                    <a:srgbClr val="0F3D91"/>
                  </a:solidFill>
                  <a:latin typeface="HK Grotesk Bold"/>
                  <a:ea typeface="HK Grotesk Bold"/>
                  <a:cs typeface="HK Grotesk Bold"/>
                  <a:sym typeface="HK Grotesk Bold"/>
                </a:rPr>
                <a:t>nhận</a:t>
              </a:r>
              <a:r>
                <a:rPr lang="en-US" sz="2244" b="1" u="none" strike="noStrike" dirty="0">
                  <a:solidFill>
                    <a:srgbClr val="0F3D91"/>
                  </a:solidFill>
                  <a:latin typeface="HK Grotesk Bold"/>
                  <a:ea typeface="HK Grotesk Bold"/>
                  <a:cs typeface="HK Grotesk Bold"/>
                  <a:sym typeface="HK Grotesk Bold"/>
                </a:rPr>
                <a:t> &amp; Like qua di </a:t>
              </a:r>
              <a:r>
                <a:rPr lang="en-US" sz="2244" b="1" u="none" strike="noStrike" dirty="0" err="1">
                  <a:solidFill>
                    <a:srgbClr val="0F3D91"/>
                  </a:solidFill>
                  <a:latin typeface="HK Grotesk Bold"/>
                  <a:ea typeface="HK Grotesk Bold"/>
                  <a:cs typeface="HK Grotesk Bold"/>
                  <a:sym typeface="HK Grotesk Bold"/>
                </a:rPr>
                <a:t>động</a:t>
              </a:r>
              <a:r>
                <a:rPr lang="en-US" sz="2244" b="1" u="none" strike="noStrike" dirty="0">
                  <a:solidFill>
                    <a:srgbClr val="0F3D91"/>
                  </a:solidFill>
                  <a:latin typeface="HK Grotesk Bold"/>
                  <a:ea typeface="HK Grotesk Bold"/>
                  <a:cs typeface="HK Grotesk Bold"/>
                  <a:sym typeface="HK Grotesk Bold"/>
                </a:rPr>
                <a:t> (97%)</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Cả</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người</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dùng</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và</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bạn</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bè</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của</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họ</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chủ</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yếu</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dùng</a:t>
              </a:r>
              <a:r>
                <a:rPr lang="en-US" sz="2244" u="none" strike="noStrike" dirty="0">
                  <a:solidFill>
                    <a:srgbClr val="0F3D91"/>
                  </a:solidFill>
                  <a:latin typeface="HK Grotesk"/>
                  <a:ea typeface="HK Grotesk"/>
                  <a:cs typeface="HK Grotesk"/>
                  <a:sym typeface="HK Grotesk"/>
                </a:rPr>
                <a:t> di </a:t>
              </a:r>
              <a:r>
                <a:rPr lang="en-US" sz="2244" u="none" strike="noStrike" dirty="0" err="1">
                  <a:solidFill>
                    <a:srgbClr val="0F3D91"/>
                  </a:solidFill>
                  <a:latin typeface="HK Grotesk"/>
                  <a:ea typeface="HK Grotesk"/>
                  <a:cs typeface="HK Grotesk"/>
                  <a:sym typeface="HK Grotesk"/>
                </a:rPr>
                <a:t>động</a:t>
              </a:r>
              <a:r>
                <a:rPr lang="en-US" sz="2244" u="none" strike="noStrike" dirty="0">
                  <a:solidFill>
                    <a:srgbClr val="0F3D91"/>
                  </a:solidFill>
                  <a:latin typeface="HK Grotesk"/>
                  <a:ea typeface="HK Grotesk"/>
                  <a:cs typeface="HK Grotesk"/>
                  <a:sym typeface="HK Grotesk"/>
                </a:rPr>
                <a:t>.</a:t>
              </a:r>
            </a:p>
            <a:p>
              <a:pPr marL="484480" lvl="1" indent="-242240" algn="l">
                <a:lnSpc>
                  <a:spcPts val="2692"/>
                </a:lnSpc>
                <a:buFont typeface="Arial"/>
                <a:buChar char="•"/>
              </a:pPr>
              <a:r>
                <a:rPr lang="en-US" sz="2244" b="1" u="none" strike="noStrike" dirty="0" err="1">
                  <a:solidFill>
                    <a:srgbClr val="0F3D91"/>
                  </a:solidFill>
                  <a:latin typeface="HK Grotesk Bold"/>
                  <a:ea typeface="HK Grotesk Bold"/>
                  <a:cs typeface="HK Grotesk Bold"/>
                  <a:sym typeface="HK Grotesk Bold"/>
                </a:rPr>
                <a:t>Số</a:t>
              </a:r>
              <a:r>
                <a:rPr lang="en-US" sz="2244" b="1" u="none" strike="noStrike" dirty="0">
                  <a:solidFill>
                    <a:srgbClr val="0F3D91"/>
                  </a:solidFill>
                  <a:latin typeface="HK Grotesk Bold"/>
                  <a:ea typeface="HK Grotesk Bold"/>
                  <a:cs typeface="HK Grotesk Bold"/>
                  <a:sym typeface="HK Grotesk Bold"/>
                </a:rPr>
                <a:t> </a:t>
              </a:r>
              <a:r>
                <a:rPr lang="en-US" sz="2244" b="1" u="none" strike="noStrike" dirty="0" err="1">
                  <a:solidFill>
                    <a:srgbClr val="0F3D91"/>
                  </a:solidFill>
                  <a:latin typeface="HK Grotesk Bold"/>
                  <a:ea typeface="HK Grotesk Bold"/>
                  <a:cs typeface="HK Grotesk Bold"/>
                  <a:sym typeface="HK Grotesk Bold"/>
                </a:rPr>
                <a:t>bạn</a:t>
              </a:r>
              <a:r>
                <a:rPr lang="en-US" sz="2244" b="1" u="none" strike="noStrike" dirty="0">
                  <a:solidFill>
                    <a:srgbClr val="0F3D91"/>
                  </a:solidFill>
                  <a:latin typeface="HK Grotesk Bold"/>
                  <a:ea typeface="HK Grotesk Bold"/>
                  <a:cs typeface="HK Grotesk Bold"/>
                  <a:sym typeface="HK Grotesk Bold"/>
                </a:rPr>
                <a:t> </a:t>
              </a:r>
              <a:r>
                <a:rPr lang="en-US" sz="2244" b="1" u="none" strike="noStrike" dirty="0" err="1">
                  <a:solidFill>
                    <a:srgbClr val="0F3D91"/>
                  </a:solidFill>
                  <a:latin typeface="HK Grotesk Bold"/>
                  <a:ea typeface="HK Grotesk Bold"/>
                  <a:cs typeface="HK Grotesk Bold"/>
                  <a:sym typeface="HK Grotesk Bold"/>
                </a:rPr>
                <a:t>bè</a:t>
              </a:r>
              <a:r>
                <a:rPr lang="en-US" sz="2244" b="1" u="none" strike="noStrike" dirty="0">
                  <a:solidFill>
                    <a:srgbClr val="0F3D91"/>
                  </a:solidFill>
                  <a:latin typeface="HK Grotesk Bold"/>
                  <a:ea typeface="HK Grotesk Bold"/>
                  <a:cs typeface="HK Grotesk Bold"/>
                  <a:sym typeface="HK Grotesk Bold"/>
                </a:rPr>
                <a:t> &amp; </a:t>
              </a:r>
              <a:r>
                <a:rPr lang="en-US" sz="2244" b="1" u="none" strike="noStrike" dirty="0" err="1">
                  <a:solidFill>
                    <a:srgbClr val="0F3D91"/>
                  </a:solidFill>
                  <a:latin typeface="HK Grotesk Bold"/>
                  <a:ea typeface="HK Grotesk Bold"/>
                  <a:cs typeface="HK Grotesk Bold"/>
                  <a:sym typeface="HK Grotesk Bold"/>
                </a:rPr>
                <a:t>chủ</a:t>
              </a:r>
              <a:r>
                <a:rPr lang="en-US" sz="2244" b="1" u="none" strike="noStrike" dirty="0">
                  <a:solidFill>
                    <a:srgbClr val="0F3D91"/>
                  </a:solidFill>
                  <a:latin typeface="HK Grotesk Bold"/>
                  <a:ea typeface="HK Grotesk Bold"/>
                  <a:cs typeface="HK Grotesk Bold"/>
                  <a:sym typeface="HK Grotesk Bold"/>
                </a:rPr>
                <a:t> </a:t>
              </a:r>
              <a:r>
                <a:rPr lang="en-US" sz="2244" b="1" u="none" strike="noStrike" dirty="0" err="1">
                  <a:solidFill>
                    <a:srgbClr val="0F3D91"/>
                  </a:solidFill>
                  <a:latin typeface="HK Grotesk Bold"/>
                  <a:ea typeface="HK Grotesk Bold"/>
                  <a:cs typeface="HK Grotesk Bold"/>
                  <a:sym typeface="HK Grotesk Bold"/>
                </a:rPr>
                <a:t>động</a:t>
              </a:r>
              <a:r>
                <a:rPr lang="en-US" sz="2244" b="1" u="none" strike="noStrike" dirty="0">
                  <a:solidFill>
                    <a:srgbClr val="0F3D91"/>
                  </a:solidFill>
                  <a:latin typeface="HK Grotesk Bold"/>
                  <a:ea typeface="HK Grotesk Bold"/>
                  <a:cs typeface="HK Grotesk Bold"/>
                  <a:sym typeface="HK Grotesk Bold"/>
                </a:rPr>
                <a:t> </a:t>
              </a:r>
              <a:r>
                <a:rPr lang="en-US" sz="2244" b="1" u="none" strike="noStrike" dirty="0" err="1">
                  <a:solidFill>
                    <a:srgbClr val="0F3D91"/>
                  </a:solidFill>
                  <a:latin typeface="HK Grotesk Bold"/>
                  <a:ea typeface="HK Grotesk Bold"/>
                  <a:cs typeface="HK Grotesk Bold"/>
                  <a:sym typeface="HK Grotesk Bold"/>
                </a:rPr>
                <a:t>kết</a:t>
              </a:r>
              <a:r>
                <a:rPr lang="en-US" sz="2244" b="1" u="none" strike="noStrike" dirty="0">
                  <a:solidFill>
                    <a:srgbClr val="0F3D91"/>
                  </a:solidFill>
                  <a:latin typeface="HK Grotesk Bold"/>
                  <a:ea typeface="HK Grotesk Bold"/>
                  <a:cs typeface="HK Grotesk Bold"/>
                  <a:sym typeface="HK Grotesk Bold"/>
                </a:rPr>
                <a:t> </a:t>
              </a:r>
              <a:r>
                <a:rPr lang="en-US" sz="2244" b="1" u="none" strike="noStrike" dirty="0" err="1">
                  <a:solidFill>
                    <a:srgbClr val="0F3D91"/>
                  </a:solidFill>
                  <a:latin typeface="HK Grotesk Bold"/>
                  <a:ea typeface="HK Grotesk Bold"/>
                  <a:cs typeface="HK Grotesk Bold"/>
                  <a:sym typeface="HK Grotesk Bold"/>
                </a:rPr>
                <a:t>bạn</a:t>
              </a:r>
              <a:r>
                <a:rPr lang="en-US" sz="2244" b="1" u="none" strike="noStrike" dirty="0">
                  <a:solidFill>
                    <a:srgbClr val="0F3D91"/>
                  </a:solidFill>
                  <a:latin typeface="HK Grotesk Bold"/>
                  <a:ea typeface="HK Grotesk Bold"/>
                  <a:cs typeface="HK Grotesk Bold"/>
                  <a:sym typeface="HK Grotesk Bold"/>
                </a:rPr>
                <a:t> (83%</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Người</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có</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nhiều</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bạn</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thường</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là</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người</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chủ</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động</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gửi</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lời</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mời</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kết</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bạn</a:t>
              </a:r>
              <a:r>
                <a:rPr lang="en-US" sz="2244" dirty="0">
                  <a:solidFill>
                    <a:srgbClr val="0F3D91"/>
                  </a:solidFill>
                  <a:latin typeface="HK Grotesk"/>
                  <a:ea typeface="HK Grotesk"/>
                  <a:cs typeface="HK Grotesk"/>
                  <a:sym typeface="HK Grotesk"/>
                </a:rPr>
                <a:t> </a:t>
              </a:r>
              <a:r>
                <a:rPr lang="en-US" sz="2244" dirty="0" err="1">
                  <a:solidFill>
                    <a:srgbClr val="0F3D91"/>
                  </a:solidFill>
                  <a:latin typeface="HK Grotesk"/>
                  <a:ea typeface="HK Grotesk"/>
                  <a:cs typeface="HK Grotesk"/>
                  <a:sym typeface="HK Grotesk"/>
                </a:rPr>
                <a:t>từ</a:t>
              </a:r>
              <a:r>
                <a:rPr lang="en-US" sz="2244" dirty="0">
                  <a:solidFill>
                    <a:srgbClr val="0F3D91"/>
                  </a:solidFill>
                  <a:latin typeface="HK Grotesk"/>
                  <a:ea typeface="HK Grotesk"/>
                  <a:cs typeface="HK Grotesk"/>
                  <a:sym typeface="HK Grotesk"/>
                </a:rPr>
                <a:t> </a:t>
              </a:r>
              <a:r>
                <a:rPr lang="en-US" sz="2244" dirty="0" err="1">
                  <a:solidFill>
                    <a:srgbClr val="0F3D91"/>
                  </a:solidFill>
                  <a:latin typeface="HK Grotesk"/>
                  <a:ea typeface="HK Grotesk"/>
                  <a:cs typeface="HK Grotesk"/>
                  <a:sym typeface="HK Grotesk"/>
                </a:rPr>
                <a:t>đó</a:t>
              </a:r>
              <a:r>
                <a:rPr lang="en-US" sz="2244" dirty="0">
                  <a:solidFill>
                    <a:srgbClr val="0F3D91"/>
                  </a:solidFill>
                  <a:latin typeface="HK Grotesk"/>
                  <a:ea typeface="HK Grotesk"/>
                  <a:cs typeface="HK Grotesk"/>
                  <a:sym typeface="HK Grotesk"/>
                </a:rPr>
                <a:t> </a:t>
              </a:r>
              <a:r>
                <a:rPr lang="en-US" sz="2244" dirty="0" err="1">
                  <a:solidFill>
                    <a:srgbClr val="0F3D91"/>
                  </a:solidFill>
                  <a:latin typeface="HK Grotesk"/>
                  <a:ea typeface="HK Grotesk"/>
                  <a:cs typeface="HK Grotesk"/>
                  <a:sym typeface="HK Grotesk"/>
                </a:rPr>
                <a:t>chứng</a:t>
              </a:r>
              <a:r>
                <a:rPr lang="en-US" sz="2244" dirty="0">
                  <a:solidFill>
                    <a:srgbClr val="0F3D91"/>
                  </a:solidFill>
                  <a:latin typeface="HK Grotesk"/>
                  <a:ea typeface="HK Grotesk"/>
                  <a:cs typeface="HK Grotesk"/>
                  <a:sym typeface="HK Grotesk"/>
                </a:rPr>
                <a:t> </a:t>
              </a:r>
              <a:r>
                <a:rPr lang="en-US" sz="2244" dirty="0" err="1">
                  <a:solidFill>
                    <a:srgbClr val="0F3D91"/>
                  </a:solidFill>
                  <a:latin typeface="HK Grotesk"/>
                  <a:ea typeface="HK Grotesk"/>
                  <a:cs typeface="HK Grotesk"/>
                  <a:sym typeface="HK Grotesk"/>
                </a:rPr>
                <a:t>minh</a:t>
              </a:r>
              <a:r>
                <a:rPr lang="en-US" sz="2244" dirty="0">
                  <a:solidFill>
                    <a:srgbClr val="0F3D91"/>
                  </a:solidFill>
                  <a:latin typeface="HK Grotesk"/>
                  <a:ea typeface="HK Grotesk"/>
                  <a:cs typeface="HK Grotesk"/>
                  <a:sym typeface="HK Grotesk"/>
                </a:rPr>
                <a:t> </a:t>
              </a:r>
              <a:r>
                <a:rPr lang="en-US" sz="2244" dirty="0" err="1">
                  <a:solidFill>
                    <a:srgbClr val="0F3D91"/>
                  </a:solidFill>
                  <a:latin typeface="HK Grotesk"/>
                  <a:ea typeface="HK Grotesk"/>
                  <a:cs typeface="HK Grotesk"/>
                  <a:sym typeface="HK Grotesk"/>
                </a:rPr>
                <a:t>được</a:t>
              </a:r>
              <a:r>
                <a:rPr lang="en-US" sz="2244" u="none" strike="noStrike" dirty="0">
                  <a:solidFill>
                    <a:srgbClr val="0F3D91"/>
                  </a:solidFill>
                  <a:latin typeface="HK Grotesk"/>
                  <a:ea typeface="HK Grotesk"/>
                  <a:cs typeface="HK Grotesk"/>
                  <a:sym typeface="HK Grotesk"/>
                </a:rPr>
                <a:t> xu </a:t>
              </a:r>
              <a:r>
                <a:rPr lang="en-US" sz="2244" u="none" strike="noStrike" dirty="0" err="1">
                  <a:solidFill>
                    <a:srgbClr val="0F3D91"/>
                  </a:solidFill>
                  <a:latin typeface="HK Grotesk"/>
                  <a:ea typeface="HK Grotesk"/>
                  <a:cs typeface="HK Grotesk"/>
                  <a:sym typeface="HK Grotesk"/>
                </a:rPr>
                <a:t>hướng</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hướng</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ngoại</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trên</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mạng</a:t>
              </a:r>
              <a:r>
                <a:rPr lang="en-US" sz="2244" u="none" strike="noStrike" dirty="0">
                  <a:solidFill>
                    <a:srgbClr val="0F3D91"/>
                  </a:solidFill>
                  <a:latin typeface="HK Grotesk"/>
                  <a:ea typeface="HK Grotesk"/>
                  <a:cs typeface="HK Grotesk"/>
                  <a:sym typeface="HK Grotesk"/>
                </a:rPr>
                <a:t>.</a:t>
              </a:r>
            </a:p>
            <a:p>
              <a:pPr marL="484480" lvl="1" indent="-242240" algn="l">
                <a:lnSpc>
                  <a:spcPts val="2692"/>
                </a:lnSpc>
                <a:buFont typeface="Arial"/>
                <a:buChar char="•"/>
              </a:pPr>
              <a:r>
                <a:rPr lang="en-US" sz="2244" b="1" u="none" strike="noStrike" dirty="0">
                  <a:solidFill>
                    <a:srgbClr val="0F3D91"/>
                  </a:solidFill>
                  <a:latin typeface="HK Grotesk Bold"/>
                  <a:ea typeface="HK Grotesk Bold"/>
                  <a:cs typeface="HK Grotesk Bold"/>
                  <a:sym typeface="HK Grotesk Bold"/>
                </a:rPr>
                <a:t>Like Web &amp; </a:t>
              </a:r>
              <a:r>
                <a:rPr lang="en-US" sz="2244" b="1" u="none" strike="noStrike" dirty="0" err="1">
                  <a:solidFill>
                    <a:srgbClr val="0F3D91"/>
                  </a:solidFill>
                  <a:latin typeface="HK Grotesk Bold"/>
                  <a:ea typeface="HK Grotesk Bold"/>
                  <a:cs typeface="HK Grotesk Bold"/>
                  <a:sym typeface="HK Grotesk Bold"/>
                </a:rPr>
                <a:t>Tổng</a:t>
              </a:r>
              <a:r>
                <a:rPr lang="en-US" sz="2244" b="1" u="none" strike="noStrike" dirty="0">
                  <a:solidFill>
                    <a:srgbClr val="0F3D91"/>
                  </a:solidFill>
                  <a:latin typeface="HK Grotesk Bold"/>
                  <a:ea typeface="HK Grotesk Bold"/>
                  <a:cs typeface="HK Grotesk Bold"/>
                  <a:sym typeface="HK Grotesk Bold"/>
                </a:rPr>
                <a:t> Like (91%</a:t>
              </a:r>
              <a:r>
                <a:rPr lang="en-US" sz="2244" u="none" strike="noStrike" dirty="0">
                  <a:solidFill>
                    <a:srgbClr val="0F3D91"/>
                  </a:solidFill>
                  <a:latin typeface="HK Grotesk"/>
                  <a:ea typeface="HK Grotesk"/>
                  <a:cs typeface="HK Grotesk"/>
                  <a:sym typeface="HK Grotesk"/>
                </a:rPr>
                <a:t>): Web </a:t>
              </a:r>
              <a:r>
                <a:rPr lang="en-US" sz="2244" u="none" strike="noStrike" dirty="0" err="1">
                  <a:solidFill>
                    <a:srgbClr val="0F3D91"/>
                  </a:solidFill>
                  <a:latin typeface="HK Grotesk"/>
                  <a:ea typeface="HK Grotesk"/>
                  <a:cs typeface="HK Grotesk"/>
                  <a:sym typeface="HK Grotesk"/>
                </a:rPr>
                <a:t>vẫn</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đóng</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góp</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lớn</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cho</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thấy</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người</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dùng</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dùng</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đa</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thiết</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bị</a:t>
              </a:r>
              <a:r>
                <a:rPr lang="en-US" sz="2244" u="none" strike="noStrike" dirty="0">
                  <a:solidFill>
                    <a:srgbClr val="0F3D91"/>
                  </a:solidFill>
                  <a:latin typeface="HK Grotesk"/>
                  <a:ea typeface="HK Grotesk"/>
                  <a:cs typeface="HK Grotesk"/>
                  <a:sym typeface="HK Grotesk"/>
                </a:rPr>
                <a:t>.</a:t>
              </a:r>
            </a:p>
            <a:p>
              <a:pPr marL="484480" lvl="1" indent="-242240" algn="l">
                <a:lnSpc>
                  <a:spcPts val="2692"/>
                </a:lnSpc>
                <a:buFont typeface="Arial"/>
                <a:buChar char="•"/>
              </a:pPr>
              <a:r>
                <a:rPr lang="en-US" sz="2244" b="1" u="none" strike="noStrike" dirty="0" err="1">
                  <a:solidFill>
                    <a:srgbClr val="0F3D91"/>
                  </a:solidFill>
                  <a:latin typeface="HK Grotesk Bold"/>
                  <a:ea typeface="HK Grotesk Bold"/>
                  <a:cs typeface="HK Grotesk Bold"/>
                  <a:sym typeface="HK Grotesk Bold"/>
                </a:rPr>
                <a:t>Thời</a:t>
              </a:r>
              <a:r>
                <a:rPr lang="en-US" sz="2244" b="1" u="none" strike="noStrike" dirty="0">
                  <a:solidFill>
                    <a:srgbClr val="0F3D91"/>
                  </a:solidFill>
                  <a:latin typeface="HK Grotesk Bold"/>
                  <a:ea typeface="HK Grotesk Bold"/>
                  <a:cs typeface="HK Grotesk Bold"/>
                  <a:sym typeface="HK Grotesk Bold"/>
                </a:rPr>
                <a:t> </a:t>
              </a:r>
              <a:r>
                <a:rPr lang="en-US" sz="2244" b="1" u="none" strike="noStrike" dirty="0" err="1">
                  <a:solidFill>
                    <a:srgbClr val="0F3D91"/>
                  </a:solidFill>
                  <a:latin typeface="HK Grotesk Bold"/>
                  <a:ea typeface="HK Grotesk Bold"/>
                  <a:cs typeface="HK Grotesk Bold"/>
                  <a:sym typeface="HK Grotesk Bold"/>
                </a:rPr>
                <a:t>gian</a:t>
              </a:r>
              <a:r>
                <a:rPr lang="en-US" sz="2244" b="1" u="none" strike="noStrike" dirty="0">
                  <a:solidFill>
                    <a:srgbClr val="0F3D91"/>
                  </a:solidFill>
                  <a:latin typeface="HK Grotesk Bold"/>
                  <a:ea typeface="HK Grotesk Bold"/>
                  <a:cs typeface="HK Grotesk Bold"/>
                  <a:sym typeface="HK Grotesk Bold"/>
                </a:rPr>
                <a:t> </a:t>
              </a:r>
              <a:r>
                <a:rPr lang="en-US" sz="2244" b="1" u="none" strike="noStrike" dirty="0" err="1">
                  <a:solidFill>
                    <a:srgbClr val="0F3D91"/>
                  </a:solidFill>
                  <a:latin typeface="HK Grotesk Bold"/>
                  <a:ea typeface="HK Grotesk Bold"/>
                  <a:cs typeface="HK Grotesk Bold"/>
                  <a:sym typeface="HK Grotesk Bold"/>
                </a:rPr>
                <a:t>sử</a:t>
              </a:r>
              <a:r>
                <a:rPr lang="en-US" sz="2244" b="1" u="none" strike="noStrike" dirty="0">
                  <a:solidFill>
                    <a:srgbClr val="0F3D91"/>
                  </a:solidFill>
                  <a:latin typeface="HK Grotesk Bold"/>
                  <a:ea typeface="HK Grotesk Bold"/>
                  <a:cs typeface="HK Grotesk Bold"/>
                  <a:sym typeface="HK Grotesk Bold"/>
                </a:rPr>
                <a:t> </a:t>
              </a:r>
              <a:r>
                <a:rPr lang="en-US" sz="2244" b="1" u="none" strike="noStrike" dirty="0" err="1">
                  <a:solidFill>
                    <a:srgbClr val="0F3D91"/>
                  </a:solidFill>
                  <a:latin typeface="HK Grotesk Bold"/>
                  <a:ea typeface="HK Grotesk Bold"/>
                  <a:cs typeface="HK Grotesk Bold"/>
                  <a:sym typeface="HK Grotesk Bold"/>
                </a:rPr>
                <a:t>dụng</a:t>
              </a:r>
              <a:r>
                <a:rPr lang="en-US" sz="2244" b="1" u="none" strike="noStrike" dirty="0">
                  <a:solidFill>
                    <a:srgbClr val="0F3D91"/>
                  </a:solidFill>
                  <a:latin typeface="HK Grotesk Bold"/>
                  <a:ea typeface="HK Grotesk Bold"/>
                  <a:cs typeface="HK Grotesk Bold"/>
                  <a:sym typeface="HK Grotesk Bold"/>
                </a:rPr>
                <a:t> &amp; </a:t>
              </a:r>
              <a:r>
                <a:rPr lang="en-US" sz="2244" b="1" u="none" strike="noStrike" dirty="0" err="1">
                  <a:solidFill>
                    <a:srgbClr val="0F3D91"/>
                  </a:solidFill>
                  <a:latin typeface="HK Grotesk Bold"/>
                  <a:ea typeface="HK Grotesk Bold"/>
                  <a:cs typeface="HK Grotesk Bold"/>
                  <a:sym typeface="HK Grotesk Bold"/>
                </a:rPr>
                <a:t>số</a:t>
              </a:r>
              <a:r>
                <a:rPr lang="en-US" sz="2244" b="1" u="none" strike="noStrike" dirty="0">
                  <a:solidFill>
                    <a:srgbClr val="0F3D91"/>
                  </a:solidFill>
                  <a:latin typeface="HK Grotesk Bold"/>
                  <a:ea typeface="HK Grotesk Bold"/>
                  <a:cs typeface="HK Grotesk Bold"/>
                  <a:sym typeface="HK Grotesk Bold"/>
                </a:rPr>
                <a:t> </a:t>
              </a:r>
              <a:r>
                <a:rPr lang="en-US" sz="2244" b="1" u="none" strike="noStrike" dirty="0" err="1">
                  <a:solidFill>
                    <a:srgbClr val="0F3D91"/>
                  </a:solidFill>
                  <a:latin typeface="HK Grotesk Bold"/>
                  <a:ea typeface="HK Grotesk Bold"/>
                  <a:cs typeface="HK Grotesk Bold"/>
                  <a:sym typeface="HK Grotesk Bold"/>
                </a:rPr>
                <a:t>bạn</a:t>
              </a:r>
              <a:r>
                <a:rPr lang="en-US" sz="2244" b="1" u="none" strike="noStrike" dirty="0">
                  <a:solidFill>
                    <a:srgbClr val="0F3D91"/>
                  </a:solidFill>
                  <a:latin typeface="HK Grotesk Bold"/>
                  <a:ea typeface="HK Grotesk Bold"/>
                  <a:cs typeface="HK Grotesk Bold"/>
                  <a:sym typeface="HK Grotesk Bold"/>
                </a:rPr>
                <a:t> </a:t>
              </a:r>
              <a:r>
                <a:rPr lang="en-US" sz="2244" b="1" u="none" strike="noStrike" dirty="0" err="1">
                  <a:solidFill>
                    <a:srgbClr val="0F3D91"/>
                  </a:solidFill>
                  <a:latin typeface="HK Grotesk Bold"/>
                  <a:ea typeface="HK Grotesk Bold"/>
                  <a:cs typeface="HK Grotesk Bold"/>
                  <a:sym typeface="HK Grotesk Bold"/>
                </a:rPr>
                <a:t>bè</a:t>
              </a:r>
              <a:r>
                <a:rPr lang="en-US" sz="2244" b="1" u="none" strike="noStrike" dirty="0">
                  <a:solidFill>
                    <a:srgbClr val="0F3D91"/>
                  </a:solidFill>
                  <a:latin typeface="HK Grotesk Bold"/>
                  <a:ea typeface="HK Grotesk Bold"/>
                  <a:cs typeface="HK Grotesk Bold"/>
                  <a:sym typeface="HK Grotesk Bold"/>
                </a:rPr>
                <a:t> (16%</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Việc</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kết</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nối</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đều</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phụ</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thuộc</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với</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nhau</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đều</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phụ</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thuộc</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vào</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mức</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độ</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hoạt</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động</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hơn</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thay</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vì</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là</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thâm</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niên</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tài</a:t>
              </a:r>
              <a:r>
                <a:rPr lang="en-US" sz="2244" u="none" strike="noStrike" dirty="0">
                  <a:solidFill>
                    <a:srgbClr val="0F3D91"/>
                  </a:solidFill>
                  <a:latin typeface="HK Grotesk"/>
                  <a:ea typeface="HK Grotesk"/>
                  <a:cs typeface="HK Grotesk"/>
                  <a:sym typeface="HK Grotesk"/>
                </a:rPr>
                <a:t> </a:t>
              </a:r>
              <a:r>
                <a:rPr lang="en-US" sz="2244" u="none" strike="noStrike" dirty="0" err="1">
                  <a:solidFill>
                    <a:srgbClr val="0F3D91"/>
                  </a:solidFill>
                  <a:latin typeface="HK Grotesk"/>
                  <a:ea typeface="HK Grotesk"/>
                  <a:cs typeface="HK Grotesk"/>
                  <a:sym typeface="HK Grotesk"/>
                </a:rPr>
                <a:t>khoản</a:t>
              </a:r>
              <a:endParaRPr lang="en-US" sz="2244" u="none" strike="noStrike" dirty="0">
                <a:solidFill>
                  <a:srgbClr val="0F3D91"/>
                </a:solidFill>
                <a:latin typeface="HK Grotesk"/>
                <a:ea typeface="HK Grotesk"/>
                <a:cs typeface="HK Grotesk"/>
                <a:sym typeface="HK Grotesk"/>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66750" y="1697831"/>
            <a:ext cx="6886575" cy="1926432"/>
            <a:chOff x="0" y="180975"/>
            <a:chExt cx="9182100" cy="2568576"/>
          </a:xfrm>
        </p:grpSpPr>
        <p:sp>
          <p:nvSpPr>
            <p:cNvPr id="3" name="TextBox 3"/>
            <p:cNvSpPr txBox="1"/>
            <p:nvPr/>
          </p:nvSpPr>
          <p:spPr>
            <a:xfrm>
              <a:off x="0" y="180975"/>
              <a:ext cx="9182100" cy="1769745"/>
            </a:xfrm>
            <a:prstGeom prst="rect">
              <a:avLst/>
            </a:prstGeom>
          </p:spPr>
          <p:txBody>
            <a:bodyPr lIns="0" tIns="0" rIns="0" bIns="0" rtlCol="0" anchor="t">
              <a:spAutoFit/>
            </a:bodyPr>
            <a:lstStyle/>
            <a:p>
              <a:pPr marL="0" lvl="0" indent="0" algn="l">
                <a:lnSpc>
                  <a:spcPts val="9600"/>
                </a:lnSpc>
              </a:pPr>
              <a:r>
                <a:rPr lang="en-US" sz="9600" spc="-192">
                  <a:solidFill>
                    <a:srgbClr val="1877F2"/>
                  </a:solidFill>
                  <a:latin typeface="Noto Serif Display ExtraCondensed Light"/>
                  <a:ea typeface="Noto Serif Display ExtraCondensed Light"/>
                  <a:cs typeface="Noto Serif Display ExtraCondensed Light"/>
                  <a:sym typeface="Noto Serif Display ExtraCondensed Light"/>
                </a:rPr>
                <a:t>Kết Luận</a:t>
              </a:r>
            </a:p>
          </p:txBody>
        </p:sp>
        <p:sp>
          <p:nvSpPr>
            <p:cNvPr id="4" name="TextBox 4"/>
            <p:cNvSpPr txBox="1"/>
            <p:nvPr/>
          </p:nvSpPr>
          <p:spPr>
            <a:xfrm>
              <a:off x="0" y="2170076"/>
              <a:ext cx="9182100" cy="579475"/>
            </a:xfrm>
            <a:prstGeom prst="rect">
              <a:avLst/>
            </a:prstGeom>
          </p:spPr>
          <p:txBody>
            <a:bodyPr lIns="0" tIns="0" rIns="0" bIns="0" rtlCol="0" anchor="t">
              <a:spAutoFit/>
            </a:bodyPr>
            <a:lstStyle/>
            <a:p>
              <a:pPr marL="0" lvl="0" indent="0" algn="l">
                <a:lnSpc>
                  <a:spcPts val="3359"/>
                </a:lnSpc>
              </a:pPr>
              <a:r>
                <a:rPr lang="en-US" sz="2799" b="1" u="none" strike="noStrike" dirty="0" err="1">
                  <a:solidFill>
                    <a:srgbClr val="0F3D91"/>
                  </a:solidFill>
                  <a:latin typeface="HK Grotesk Semi-Bold"/>
                  <a:ea typeface="HK Grotesk Semi-Bold"/>
                  <a:cs typeface="HK Grotesk Semi-Bold"/>
                  <a:sym typeface="HK Grotesk Semi-Bold"/>
                </a:rPr>
                <a:t>Tổng</a:t>
              </a:r>
              <a:r>
                <a:rPr lang="en-US" sz="2799" b="1" u="none" strike="noStrike" dirty="0">
                  <a:solidFill>
                    <a:srgbClr val="0F3D91"/>
                  </a:solidFill>
                  <a:latin typeface="HK Grotesk Semi-Bold"/>
                  <a:ea typeface="HK Grotesk Semi-Bold"/>
                  <a:cs typeface="HK Grotesk Semi-Bold"/>
                  <a:sym typeface="HK Grotesk Semi-Bold"/>
                </a:rPr>
                <a:t> </a:t>
              </a:r>
              <a:r>
                <a:rPr lang="en-US" sz="2799" b="1" u="none" strike="noStrike" dirty="0" err="1">
                  <a:solidFill>
                    <a:srgbClr val="0F3D91"/>
                  </a:solidFill>
                  <a:latin typeface="HK Grotesk Semi-Bold"/>
                  <a:ea typeface="HK Grotesk Semi-Bold"/>
                  <a:cs typeface="HK Grotesk Semi-Bold"/>
                  <a:sym typeface="HK Grotesk Semi-Bold"/>
                </a:rPr>
                <a:t>kết</a:t>
              </a:r>
              <a:r>
                <a:rPr lang="en-US" sz="2799" b="1" u="none" strike="noStrike" dirty="0">
                  <a:solidFill>
                    <a:srgbClr val="0F3D91"/>
                  </a:solidFill>
                  <a:latin typeface="HK Grotesk Semi-Bold"/>
                  <a:ea typeface="HK Grotesk Semi-Bold"/>
                  <a:cs typeface="HK Grotesk Semi-Bold"/>
                  <a:sym typeface="HK Grotesk Semi-Bold"/>
                </a:rPr>
                <a:t> </a:t>
              </a:r>
            </a:p>
          </p:txBody>
        </p:sp>
      </p:grpSp>
      <p:sp>
        <p:nvSpPr>
          <p:cNvPr id="5" name="AutoShape 5"/>
          <p:cNvSpPr/>
          <p:nvPr/>
        </p:nvSpPr>
        <p:spPr>
          <a:xfrm>
            <a:off x="0" y="676275"/>
            <a:ext cx="18288000" cy="0"/>
          </a:xfrm>
          <a:prstGeom prst="line">
            <a:avLst/>
          </a:prstGeom>
          <a:ln w="19050" cap="flat">
            <a:solidFill>
              <a:srgbClr val="0F3D91"/>
            </a:solidFill>
            <a:prstDash val="solid"/>
            <a:headEnd type="none" w="sm" len="sm"/>
            <a:tailEnd type="none" w="sm" len="sm"/>
          </a:ln>
        </p:spPr>
        <p:txBody>
          <a:bodyPr/>
          <a:lstStyle/>
          <a:p>
            <a:endParaRPr lang="vi-VN"/>
          </a:p>
        </p:txBody>
      </p:sp>
      <p:sp>
        <p:nvSpPr>
          <p:cNvPr id="6" name="AutoShape 6"/>
          <p:cNvSpPr/>
          <p:nvPr/>
        </p:nvSpPr>
        <p:spPr>
          <a:xfrm>
            <a:off x="0" y="9620250"/>
            <a:ext cx="18288000" cy="0"/>
          </a:xfrm>
          <a:prstGeom prst="line">
            <a:avLst/>
          </a:prstGeom>
          <a:ln w="19050" cap="flat">
            <a:solidFill>
              <a:srgbClr val="0F3D91"/>
            </a:solidFill>
            <a:prstDash val="solid"/>
            <a:headEnd type="none" w="sm" len="sm"/>
            <a:tailEnd type="none" w="sm" len="sm"/>
          </a:ln>
        </p:spPr>
        <p:txBody>
          <a:bodyPr/>
          <a:lstStyle/>
          <a:p>
            <a:endParaRPr lang="vi-VN"/>
          </a:p>
        </p:txBody>
      </p:sp>
      <p:sp>
        <p:nvSpPr>
          <p:cNvPr id="11" name="Hộp Văn bản 10">
            <a:extLst>
              <a:ext uri="{FF2B5EF4-FFF2-40B4-BE49-F238E27FC236}">
                <a16:creationId xmlns:a16="http://schemas.microsoft.com/office/drawing/2014/main" id="{68EC522E-BC7F-5F28-C42E-17FE586C8F21}"/>
              </a:ext>
            </a:extLst>
          </p:cNvPr>
          <p:cNvSpPr txBox="1"/>
          <p:nvPr/>
        </p:nvSpPr>
        <p:spPr>
          <a:xfrm>
            <a:off x="914400" y="3924300"/>
            <a:ext cx="17068800" cy="4801314"/>
          </a:xfrm>
          <a:prstGeom prst="rect">
            <a:avLst/>
          </a:prstGeom>
          <a:noFill/>
        </p:spPr>
        <p:txBody>
          <a:bodyPr wrap="square" rtlCol="0">
            <a:spAutoFit/>
          </a:bodyPr>
          <a:lstStyle/>
          <a:p>
            <a:pPr lvl="0"/>
            <a:r>
              <a:rPr lang="vi-VN" sz="2400" b="1" dirty="0">
                <a:solidFill>
                  <a:schemeClr val="tx2"/>
                </a:solidFill>
              </a:rPr>
              <a:t>- Độ tuổi:</a:t>
            </a:r>
            <a:r>
              <a:rPr lang="vi-VN" sz="2400" dirty="0">
                <a:solidFill>
                  <a:schemeClr val="tx2"/>
                </a:solidFill>
              </a:rPr>
              <a:t> Nền tảng chủ yếu thu hút người dùng trẻ tuổi, tuy nhiên có sự xuất hiện của các tài khoản khai báo tuổi rất cao (trên 90 tuổi) có thể là dữ liệu ảo hoặc người dùng muốn bảo mật thông tin.</a:t>
            </a:r>
          </a:p>
          <a:p>
            <a:pPr lvl="0"/>
            <a:r>
              <a:rPr lang="vi-VN" sz="2400" b="1" dirty="0">
                <a:solidFill>
                  <a:schemeClr val="tx2"/>
                </a:solidFill>
              </a:rPr>
              <a:t>- Giới tính:</a:t>
            </a:r>
            <a:r>
              <a:rPr lang="vi-VN" sz="2400" dirty="0">
                <a:solidFill>
                  <a:schemeClr val="tx2"/>
                </a:solidFill>
              </a:rPr>
              <a:t> Nam giới chiếm đa số về số lượng tài khoản, nhưng nữ giới lại là nhóm dẫn đầu về mức độ tương tác và hoạt động tích cực.</a:t>
            </a:r>
          </a:p>
          <a:p>
            <a:pPr lvl="0"/>
            <a:r>
              <a:rPr lang="vi-VN" sz="2400" b="1" dirty="0">
                <a:solidFill>
                  <a:schemeClr val="tx2"/>
                </a:solidFill>
              </a:rPr>
              <a:t>- Hành vi khai báo:</a:t>
            </a:r>
            <a:r>
              <a:rPr lang="vi-VN" sz="2400" dirty="0">
                <a:solidFill>
                  <a:schemeClr val="tx2"/>
                </a:solidFill>
              </a:rPr>
              <a:t> Dữ liệu vào ngày 1, tháng 1 cho thấy xu hướng người dùng sử dụng thông tin mặc định khi đăng ký để tiết kiệm thời gian hoặc bảo vệ quyền riêng tư.</a:t>
            </a:r>
          </a:p>
          <a:p>
            <a:pPr lvl="0"/>
            <a:r>
              <a:rPr lang="vi-VN" sz="2400" b="1" dirty="0">
                <a:solidFill>
                  <a:schemeClr val="tx2"/>
                </a:solidFill>
              </a:rPr>
              <a:t>- Thiết bị sử dụng:</a:t>
            </a:r>
            <a:r>
              <a:rPr lang="vi-VN" sz="2400" dirty="0">
                <a:solidFill>
                  <a:schemeClr val="tx2"/>
                </a:solidFill>
              </a:rPr>
              <a:t> Với tỷ lệ tương tác lên đến 96% trên di động, </a:t>
            </a:r>
            <a:r>
              <a:rPr lang="vi-VN" sz="2400" dirty="0" err="1">
                <a:solidFill>
                  <a:schemeClr val="tx2"/>
                </a:solidFill>
              </a:rPr>
              <a:t>smartphone</a:t>
            </a:r>
            <a:r>
              <a:rPr lang="vi-VN" sz="2400" dirty="0">
                <a:solidFill>
                  <a:schemeClr val="tx2"/>
                </a:solidFill>
              </a:rPr>
              <a:t> đã trở thành công cụ không thể thay thế để kết nối mạng xã hội.</a:t>
            </a:r>
          </a:p>
          <a:p>
            <a:pPr lvl="0"/>
            <a:r>
              <a:rPr lang="vi-VN" sz="2400" b="1" dirty="0">
                <a:solidFill>
                  <a:schemeClr val="tx2"/>
                </a:solidFill>
              </a:rPr>
              <a:t>- Thời gian sử dụng:</a:t>
            </a:r>
            <a:r>
              <a:rPr lang="vi-VN" sz="2400" dirty="0">
                <a:solidFill>
                  <a:schemeClr val="tx2"/>
                </a:solidFill>
              </a:rPr>
              <a:t> Mối tương quan thuận 83% giữa việc chủ động kết bạn và số lượng bạn bè cho thấy những người dùng tích cực xây dựng mạng lưới sẽ có thời gian gắn bó với nền tảng lâu hơn.</a:t>
            </a:r>
          </a:p>
          <a:p>
            <a:pPr lvl="0"/>
            <a:r>
              <a:rPr lang="vi-VN" sz="2400" b="1" dirty="0">
                <a:solidFill>
                  <a:schemeClr val="tx2"/>
                </a:solidFill>
              </a:rPr>
              <a:t>- Tương tác không khoảng cách:</a:t>
            </a:r>
            <a:r>
              <a:rPr lang="vi-VN" sz="2400" dirty="0">
                <a:solidFill>
                  <a:schemeClr val="tx2"/>
                </a:solidFill>
              </a:rPr>
              <a:t> Các chỉ số tương quan thấp (dưới 10%) giữa tuổi tác và hành vi bấm </a:t>
            </a:r>
            <a:r>
              <a:rPr lang="vi-VN" sz="2400" dirty="0" err="1">
                <a:solidFill>
                  <a:schemeClr val="tx2"/>
                </a:solidFill>
              </a:rPr>
              <a:t>Like</a:t>
            </a:r>
            <a:r>
              <a:rPr lang="vi-VN" sz="2400" dirty="0">
                <a:solidFill>
                  <a:schemeClr val="tx2"/>
                </a:solidFill>
              </a:rPr>
              <a:t> chứng minh rằng </a:t>
            </a:r>
            <a:r>
              <a:rPr lang="vi-VN" sz="2400" dirty="0" err="1">
                <a:solidFill>
                  <a:schemeClr val="tx2"/>
                </a:solidFill>
              </a:rPr>
              <a:t>Facebook</a:t>
            </a:r>
            <a:r>
              <a:rPr lang="vi-VN" sz="2400" dirty="0">
                <a:solidFill>
                  <a:schemeClr val="tx2"/>
                </a:solidFill>
              </a:rPr>
              <a:t> là một môi trường giao tiếp </a:t>
            </a:r>
            <a:r>
              <a:rPr lang="vi-VN" sz="2400" dirty="0" err="1">
                <a:solidFill>
                  <a:schemeClr val="tx2"/>
                </a:solidFill>
              </a:rPr>
              <a:t>phẳng</a:t>
            </a:r>
            <a:r>
              <a:rPr lang="vi-VN" sz="2400" dirty="0">
                <a:solidFill>
                  <a:schemeClr val="tx2"/>
                </a:solidFill>
              </a:rPr>
              <a:t>, nơi mọi lứa tuổi đều có thói quen tương tác tương đồng.</a:t>
            </a:r>
          </a:p>
          <a:p>
            <a:endParaRPr lang="vi-V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TotalTime>
  <Words>1063</Words>
  <Application>Microsoft Office PowerPoint</Application>
  <PresentationFormat>Tùy chỉnh</PresentationFormat>
  <Paragraphs>66</Paragraphs>
  <Slides>13</Slides>
  <Notes>0</Notes>
  <HiddenSlides>0</HiddenSlides>
  <MMClips>0</MMClips>
  <ScaleCrop>false</ScaleCrop>
  <HeadingPairs>
    <vt:vector size="6" baseType="variant">
      <vt:variant>
        <vt:lpstr>Phông được Dùng</vt:lpstr>
      </vt:variant>
      <vt:variant>
        <vt:i4>7</vt:i4>
      </vt:variant>
      <vt:variant>
        <vt:lpstr>Chủ đề</vt:lpstr>
      </vt:variant>
      <vt:variant>
        <vt:i4>1</vt:i4>
      </vt:variant>
      <vt:variant>
        <vt:lpstr>Tiêu đề Bản chiếu</vt:lpstr>
      </vt:variant>
      <vt:variant>
        <vt:i4>13</vt:i4>
      </vt:variant>
    </vt:vector>
  </HeadingPairs>
  <TitlesOfParts>
    <vt:vector size="21" baseType="lpstr">
      <vt:lpstr>Noto Serif Display ExtraCondensed Light</vt:lpstr>
      <vt:lpstr>HK Grotesk</vt:lpstr>
      <vt:lpstr>Arial</vt:lpstr>
      <vt:lpstr>Calibri</vt:lpstr>
      <vt:lpstr>HK Grotesk Bold</vt:lpstr>
      <vt:lpstr>AriaNoto Serif Display ExtraCondensed Light</vt:lpstr>
      <vt:lpstr>HK Grotesk Semi-Bold</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thuyết trình - Phân tích</dc:title>
  <dc:creator>Lê Trung</dc:creator>
  <dc:description>Bài thuyết trình - Phân tích</dc:description>
  <cp:lastModifiedBy>Trung Lê</cp:lastModifiedBy>
  <cp:revision>2</cp:revision>
  <dcterms:created xsi:type="dcterms:W3CDTF">2006-08-16T00:00:00Z</dcterms:created>
  <dcterms:modified xsi:type="dcterms:W3CDTF">2026-03-26T16:24:50Z</dcterms:modified>
  <dc:identifier>DAHFCbEGn7U</dc:identifier>
</cp:coreProperties>
</file>